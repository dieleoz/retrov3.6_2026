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72" r:id="rId4"/>
    <p:sldId id="260" r:id="rId5"/>
    <p:sldId id="271" r:id="rId6"/>
    <p:sldId id="278" r:id="rId7"/>
    <p:sldId id="261" r:id="rId8"/>
    <p:sldId id="270" r:id="rId9"/>
    <p:sldId id="273" r:id="rId10"/>
    <p:sldId id="274" r:id="rId11"/>
    <p:sldId id="275" r:id="rId12"/>
    <p:sldId id="276" r:id="rId13"/>
    <p:sldId id="277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8"/>
    <a:srgbClr val="E41408"/>
    <a:srgbClr val="00FF00"/>
    <a:srgbClr val="457FFF"/>
    <a:srgbClr val="8D73F9"/>
    <a:srgbClr val="000000"/>
    <a:srgbClr val="EF2C30"/>
    <a:srgbClr val="F8F9FE"/>
    <a:srgbClr val="FF5C6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-1614" y="-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FA9036A-3E4F-45F1-8423-3CCFE50B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93C8DFE-1D80-408C-8C25-5B8659CC0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913ACF41-3E34-4F87-8506-B03706D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85F02C6E-9DE0-4457-AF1F-052AFE3C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FF7B7E7-A480-4530-88AB-A01237F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200390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896CB04-CF05-4BEE-A94B-9919084C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0ABF5E0C-2915-4E71-924F-55955828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18570AB0-019D-4680-B52F-33088A1E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B0113636-45C3-43AF-A74E-6401F42A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8C647274-1B7F-4168-9F7A-91BFD2F7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188569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F48A941-B32A-4B36-8072-5129F8F6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548A8A42-7DF4-45C8-A97A-49F5546E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CFC29B56-58D7-41A0-8A29-0E64C99C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C8FD887F-8C75-4ABA-A681-4DBACFBC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397F97F6-5CE6-4B13-B2BF-63FAFF12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223863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3C5A852-ACF8-4859-A654-0E0077F6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46EB703A-CC71-4100-BAF4-760833180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8F8C97B5-A1CA-40D8-A9A1-5696C5D68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5D6C426C-631A-4170-87D8-2285D094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0FF9B350-7E76-4123-BCA3-62D3A038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FF63E212-E2FB-4FFC-A3A8-EC2BD61A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190292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AF42B73-A927-495E-ABA2-40B2833B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10BD743-C80E-455C-A695-6AE71691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282DE9BF-6356-4930-AB82-ED9858A48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6D2A1CE7-A405-4E79-9249-A0B29FA26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0C18CFD5-C71D-4D19-B886-76FFBA510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364A83EF-5D99-4500-8A00-9AECC98E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3F44FD32-B0F9-4BCA-834F-173A13BC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5E34671E-CC0B-4D64-BC99-D72B1B4E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408995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3E248DF-B26F-45D6-983A-F48F3D24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A69A8E97-A914-4E70-8704-16A93DF8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5A1A3F53-A04C-4E05-A250-96C1C4CD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10609F2A-6BCA-4137-A627-81B3588B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42111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32675C44-DE82-45FF-BC23-5FF1F2D9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E79F3E42-94E8-4434-8673-33C30B64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3AD2A08A-E675-4E73-B844-04887B4B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316539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79CCDCC-C3E7-4871-9712-00E59872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37E701D4-65F6-41A2-A255-B1EEF6624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869B3558-46E0-4B32-88E7-62C0587C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2C1F57C-5EA9-4666-B160-A6245CF7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35694797-D310-401F-A329-B9536909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D9A5C569-FF84-44BC-8368-735E2D87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225396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68F619-0D82-42DD-A364-0E54BF94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9BD1654D-5947-47DB-AEBB-6E70D7B9A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EFCF481A-6091-40DA-8640-D59D36B09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26D2493-7084-440C-AA46-252F6EBC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43F48CF9-FA95-45E1-BE33-86ADF8ED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AE5A01BF-35C1-4F50-8E62-E97E5577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286097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26BAA2D-0B87-4709-B1CA-03DE539D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B34379C6-BC24-4961-85A3-E3C78FB68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28DB27A-6B6D-4654-9B44-FF432579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D61A046-0CFC-44CC-B6E3-5727CF2C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314A8B8-D706-49C8-9A52-4F2ABF1D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1384600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1FDC0F86-58F9-45D9-8138-BD3952463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E691A9D2-B4BF-4C52-92BD-0E100C73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DFE2C190-2DC1-43C8-8A7B-F013BBF9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6A01D38D-F05C-410B-B08F-2353306E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6376708-02BD-4AC0-87D2-DCA78459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420605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0A5CD209-E9BE-4420-B716-EA985873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62498414-0740-4314-BB13-9DE7C2EDB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5A3A6ED8-8DDF-400C-BC54-BDA8BCAA7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E2E95-83DF-4D34-8210-6AA2F0C201EF}" type="datetimeFigureOut">
              <a:rPr lang="es-419" smtClean="0"/>
              <a:pPr/>
              <a:t>17/2/2021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DB32530-3593-4DE1-8578-2519F5FB2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ED985A7E-B5B2-46BC-820D-3ACF1554C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4541-FCA8-4C3C-A094-D714DE6DA047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326462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24A349C-AE30-4A18-8D24-2EE37D80B5A6}"/>
              </a:ext>
            </a:extLst>
          </p:cNvPr>
          <p:cNvSpPr txBox="1"/>
          <p:nvPr/>
        </p:nvSpPr>
        <p:spPr>
          <a:xfrm>
            <a:off x="2653087" y="966279"/>
            <a:ext cx="68788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400" b="1" dirty="0">
                <a:latin typeface="Sitka Subheading" panose="02000505000000020004" pitchFamily="2" charset="0"/>
                <a:cs typeface="Dubai Medium" panose="020B0604020202020204" pitchFamily="34" charset="-78"/>
              </a:rPr>
              <a:t>RETROREFLECTOMETRO</a:t>
            </a:r>
          </a:p>
          <a:p>
            <a:pPr algn="ctr"/>
            <a:r>
              <a:rPr lang="es-MX" sz="4400" b="1" dirty="0">
                <a:latin typeface="Sitka Subheading" panose="02000505000000020004" pitchFamily="2" charset="0"/>
                <a:cs typeface="Dubai Medium" panose="020B0604020202020204" pitchFamily="34" charset="-78"/>
              </a:rPr>
              <a:t>VERTICAL</a:t>
            </a:r>
            <a:endParaRPr lang="es-419" sz="4400" b="1" dirty="0">
              <a:latin typeface="Sitka Subheading" panose="02000505000000020004" pitchFamily="2" charset="0"/>
              <a:cs typeface="Dubai Medium" panose="020B0604020202020204" pitchFamily="34" charset="-78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ED06B797-EF6C-45AC-9FB5-5A82FBADC672}"/>
              </a:ext>
            </a:extLst>
          </p:cNvPr>
          <p:cNvSpPr txBox="1"/>
          <p:nvPr/>
        </p:nvSpPr>
        <p:spPr>
          <a:xfrm>
            <a:off x="2996880" y="2765621"/>
            <a:ext cx="6191220" cy="1323439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0" dirty="0" smtClean="0">
                <a:solidFill>
                  <a:schemeClr val="bg1"/>
                </a:solidFill>
                <a:latin typeface="Sitka Subheading" panose="02000505000000020004" pitchFamily="2" charset="0"/>
              </a:rPr>
              <a:t>SAT-LUX-</a:t>
            </a:r>
            <a:r>
              <a:rPr lang="es-MX" sz="8000" dirty="0" err="1" smtClean="0">
                <a:solidFill>
                  <a:schemeClr val="bg1"/>
                </a:solidFill>
                <a:latin typeface="Sitka Subheading" panose="02000505000000020004" pitchFamily="2" charset="0"/>
              </a:rPr>
              <a:t>IoT</a:t>
            </a:r>
            <a:endParaRPr lang="es-419" sz="80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987D2252-45A3-41B4-BB11-FF314DC9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90" y="4328278"/>
            <a:ext cx="1895238" cy="18952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F84046B5-BF90-4A71-802F-1ADFFB0FB561}"/>
              </a:ext>
            </a:extLst>
          </p:cNvPr>
          <p:cNvSpPr txBox="1"/>
          <p:nvPr/>
        </p:nvSpPr>
        <p:spPr>
          <a:xfrm>
            <a:off x="4879277" y="4696880"/>
            <a:ext cx="4289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latin typeface="Sitka Subheading" panose="02000505000000020004" pitchFamily="2" charset="0"/>
              </a:rPr>
              <a:t>IT VIAL S.A.S</a:t>
            </a:r>
          </a:p>
          <a:p>
            <a:r>
              <a:rPr lang="es-MX" sz="3600" b="1" dirty="0">
                <a:latin typeface="Sitka Subheading" panose="02000505000000020004" pitchFamily="2" charset="0"/>
              </a:rPr>
              <a:t>WWW.ITVIAL.COM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="" xmlns:a16="http://schemas.microsoft.com/office/drawing/2014/main" id="{267FD11B-B8D3-45F2-8B41-A9489DF82313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45946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987D2252-45A3-41B4-BB11-FF314DC9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955" y="2481381"/>
            <a:ext cx="1895238" cy="18952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F84046B5-BF90-4A71-802F-1ADFFB0FB561}"/>
              </a:ext>
            </a:extLst>
          </p:cNvPr>
          <p:cNvSpPr txBox="1"/>
          <p:nvPr/>
        </p:nvSpPr>
        <p:spPr>
          <a:xfrm>
            <a:off x="5185958" y="3017677"/>
            <a:ext cx="4289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latin typeface="Sitka Subheading" panose="02000505000000020004" pitchFamily="2" charset="0"/>
              </a:rPr>
              <a:t>IT VIAL S.A.S</a:t>
            </a:r>
          </a:p>
          <a:p>
            <a:r>
              <a:rPr lang="es-MX" sz="3600" b="1" dirty="0">
                <a:latin typeface="Sitka Subheading" panose="02000505000000020004" pitchFamily="2" charset="0"/>
              </a:rPr>
              <a:t>WWW.ITVIAL.COM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E21233D3-AD51-4C1C-9D2B-57CE3689E8F2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33405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EAAEDAAD-C425-43D8-BAD0-7326A33F86EE}"/>
              </a:ext>
            </a:extLst>
          </p:cNvPr>
          <p:cNvSpPr/>
          <p:nvPr/>
        </p:nvSpPr>
        <p:spPr>
          <a:xfrm rot="16200000">
            <a:off x="1832542" y="3635949"/>
            <a:ext cx="3511489" cy="12498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E21233D3-AD51-4C1C-9D2B-57CE3689E8F2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="" xmlns:a16="http://schemas.microsoft.com/office/drawing/2014/main" id="{73B4AEA6-71E1-4C01-A3F4-9BFFB37E2454}"/>
              </a:ext>
            </a:extLst>
          </p:cNvPr>
          <p:cNvSpPr/>
          <p:nvPr/>
        </p:nvSpPr>
        <p:spPr>
          <a:xfrm>
            <a:off x="5238750" y="2647950"/>
            <a:ext cx="1584804" cy="781050"/>
          </a:xfrm>
          <a:prstGeom prst="rect">
            <a:avLst/>
          </a:prstGeom>
          <a:noFill/>
          <a:ln w="1174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ángulo 35">
            <a:extLst>
              <a:ext uri="{FF2B5EF4-FFF2-40B4-BE49-F238E27FC236}">
                <a16:creationId xmlns="" xmlns:a16="http://schemas.microsoft.com/office/drawing/2014/main" id="{0F675DE5-73C4-413D-A496-28070606D533}"/>
              </a:ext>
            </a:extLst>
          </p:cNvPr>
          <p:cNvSpPr/>
          <p:nvPr/>
        </p:nvSpPr>
        <p:spPr>
          <a:xfrm>
            <a:off x="6829226" y="2857064"/>
            <a:ext cx="261027" cy="326813"/>
          </a:xfrm>
          <a:prstGeom prst="rect">
            <a:avLst/>
          </a:prstGeom>
          <a:noFill/>
          <a:ln w="1174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Rectángulo 39">
            <a:extLst>
              <a:ext uri="{FF2B5EF4-FFF2-40B4-BE49-F238E27FC236}">
                <a16:creationId xmlns="" xmlns:a16="http://schemas.microsoft.com/office/drawing/2014/main" id="{11C5C911-1B8E-48CC-829B-45B2698B0401}"/>
              </a:ext>
            </a:extLst>
          </p:cNvPr>
          <p:cNvSpPr/>
          <p:nvPr/>
        </p:nvSpPr>
        <p:spPr>
          <a:xfrm>
            <a:off x="6400792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1" name="Rectángulo 40">
            <a:extLst>
              <a:ext uri="{FF2B5EF4-FFF2-40B4-BE49-F238E27FC236}">
                <a16:creationId xmlns="" xmlns:a16="http://schemas.microsoft.com/office/drawing/2014/main" id="{42E78E07-F0D1-4466-A2F5-269D3AD81352}"/>
              </a:ext>
            </a:extLst>
          </p:cNvPr>
          <p:cNvSpPr/>
          <p:nvPr/>
        </p:nvSpPr>
        <p:spPr>
          <a:xfrm>
            <a:off x="6047473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ángulo 41">
            <a:extLst>
              <a:ext uri="{FF2B5EF4-FFF2-40B4-BE49-F238E27FC236}">
                <a16:creationId xmlns="" xmlns:a16="http://schemas.microsoft.com/office/drawing/2014/main" id="{5CABDCA6-0774-4913-BC7A-1F6B556355AC}"/>
              </a:ext>
            </a:extLst>
          </p:cNvPr>
          <p:cNvSpPr/>
          <p:nvPr/>
        </p:nvSpPr>
        <p:spPr>
          <a:xfrm>
            <a:off x="5702041" y="2769567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ángulo 42">
            <a:extLst>
              <a:ext uri="{FF2B5EF4-FFF2-40B4-BE49-F238E27FC236}">
                <a16:creationId xmlns="" xmlns:a16="http://schemas.microsoft.com/office/drawing/2014/main" id="{400B7414-C348-4C7F-8217-5FD9148B7D69}"/>
              </a:ext>
            </a:extLst>
          </p:cNvPr>
          <p:cNvSpPr/>
          <p:nvPr/>
        </p:nvSpPr>
        <p:spPr>
          <a:xfrm>
            <a:off x="5362735" y="2765772"/>
            <a:ext cx="277505" cy="5251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ACA1E4B0-7084-4E8F-98E2-EC5D42A63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28341" y="3085031"/>
            <a:ext cx="1969179" cy="90228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3F11153A-CC96-44CF-9C94-6D1968EB1B4A}"/>
              </a:ext>
            </a:extLst>
          </p:cNvPr>
          <p:cNvSpPr txBox="1"/>
          <p:nvPr/>
        </p:nvSpPr>
        <p:spPr>
          <a:xfrm>
            <a:off x="3192164" y="5197619"/>
            <a:ext cx="769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40AAE1AB-4091-474D-A3E0-70669934DC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0241"/>
          <a:stretch/>
        </p:blipFill>
        <p:spPr>
          <a:xfrm>
            <a:off x="7649251" y="1228326"/>
            <a:ext cx="1329043" cy="35842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815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="" xmlns:a16="http://schemas.microsoft.com/office/drawing/2014/main" id="{9FE09025-57D8-4EBE-99FB-B9F29B4D0400}"/>
              </a:ext>
            </a:extLst>
          </p:cNvPr>
          <p:cNvSpPr txBox="1"/>
          <p:nvPr/>
        </p:nvSpPr>
        <p:spPr>
          <a:xfrm>
            <a:off x="3719325" y="1208973"/>
            <a:ext cx="4753349" cy="646331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Sitka Subheading" panose="02000505000000020004" pitchFamily="2" charset="0"/>
              </a:rPr>
              <a:t>PROPIEDAD DE:</a:t>
            </a:r>
            <a:endParaRPr lang="es-419" sz="36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411A78DF-A0B1-46D7-A382-79B186574662}"/>
              </a:ext>
            </a:extLst>
          </p:cNvPr>
          <p:cNvSpPr txBox="1"/>
          <p:nvPr/>
        </p:nvSpPr>
        <p:spPr>
          <a:xfrm>
            <a:off x="4246702" y="4642344"/>
            <a:ext cx="39196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SERIE</a:t>
            </a:r>
            <a:r>
              <a:rPr lang="es-MX" sz="3600" b="1">
                <a:latin typeface="Sitka Subheading" panose="02000505000000020004" pitchFamily="2" charset="0"/>
              </a:rPr>
              <a:t>: </a:t>
            </a:r>
            <a:r>
              <a:rPr lang="es-MX" sz="3600" b="1" smtClean="0">
                <a:latin typeface="Sitka Subheading" panose="02000505000000020004" pitchFamily="2" charset="0"/>
              </a:rPr>
              <a:t>SLV-</a:t>
            </a:r>
            <a:r>
              <a:rPr lang="es-MX" sz="4400" b="1" smtClean="0">
                <a:latin typeface="Sitka Subheading" panose="02000505000000020004" pitchFamily="2" charset="0"/>
              </a:rPr>
              <a:t>003</a:t>
            </a:r>
            <a:r>
              <a:rPr lang="es-MX" sz="3600" b="1" smtClean="0">
                <a:latin typeface="Sitka Subheading" panose="02000505000000020004" pitchFamily="2" charset="0"/>
              </a:rPr>
              <a:t> 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6653304A-AF6D-45D8-93FD-CC1A94F0BB0D}"/>
              </a:ext>
            </a:extLst>
          </p:cNvPr>
          <p:cNvSpPr txBox="1"/>
          <p:nvPr/>
        </p:nvSpPr>
        <p:spPr>
          <a:xfrm>
            <a:off x="4662754" y="5289566"/>
            <a:ext cx="3031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 smtClean="0">
                <a:latin typeface="Sitka Subheading" panose="02000505000000020004" pitchFamily="2" charset="0"/>
              </a:rPr>
              <a:t>SAT-LUX/</a:t>
            </a:r>
            <a:r>
              <a:rPr lang="es-MX" sz="3600" b="1" dirty="0" err="1" smtClean="0">
                <a:latin typeface="Sitka Subheading" panose="02000505000000020004" pitchFamily="2" charset="0"/>
              </a:rPr>
              <a:t>IoT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="" xmlns:a16="http://schemas.microsoft.com/office/drawing/2014/main" id="{D671C32A-E5B1-42E6-9E49-2C5368589A30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23 CuadroTexto"/>
          <p:cNvSpPr txBox="1"/>
          <p:nvPr/>
        </p:nvSpPr>
        <p:spPr>
          <a:xfrm>
            <a:off x="3632433" y="2105637"/>
            <a:ext cx="5159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0" i="1" dirty="0" smtClean="0"/>
              <a:t>P &amp; C  S.A.S</a:t>
            </a:r>
            <a:endParaRPr lang="es-ES" sz="8000" i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4328719" y="3380763"/>
            <a:ext cx="3926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i="1" dirty="0" smtClean="0"/>
              <a:t>José Román </a:t>
            </a:r>
            <a:endParaRPr lang="es-ES" sz="2800" b="1" i="1" dirty="0"/>
          </a:p>
        </p:txBody>
      </p:sp>
    </p:spTree>
    <p:extLst>
      <p:ext uri="{BB962C8B-B14F-4D97-AF65-F5344CB8AC3E}">
        <p14:creationId xmlns="" xmlns:p14="http://schemas.microsoft.com/office/powerpoint/2010/main" val="58235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="" xmlns:a16="http://schemas.microsoft.com/office/drawing/2014/main" id="{9FE09025-57D8-4EBE-99FB-B9F29B4D0400}"/>
              </a:ext>
            </a:extLst>
          </p:cNvPr>
          <p:cNvSpPr txBox="1"/>
          <p:nvPr/>
        </p:nvSpPr>
        <p:spPr>
          <a:xfrm>
            <a:off x="3719325" y="1208973"/>
            <a:ext cx="4753349" cy="646331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Sitka Subheading" panose="02000505000000020004" pitchFamily="2" charset="0"/>
              </a:rPr>
              <a:t>PROPIEDAD DE:</a:t>
            </a:r>
            <a:endParaRPr lang="es-419" sz="36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411A78DF-A0B1-46D7-A382-79B186574662}"/>
              </a:ext>
            </a:extLst>
          </p:cNvPr>
          <p:cNvSpPr txBox="1"/>
          <p:nvPr/>
        </p:nvSpPr>
        <p:spPr>
          <a:xfrm>
            <a:off x="4252312" y="4642344"/>
            <a:ext cx="3922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SERIE: SLV-</a:t>
            </a:r>
            <a:r>
              <a:rPr lang="es-MX" sz="4400" b="1" dirty="0">
                <a:latin typeface="Sitka Subheading" panose="02000505000000020004" pitchFamily="2" charset="0"/>
              </a:rPr>
              <a:t>002</a:t>
            </a:r>
            <a:r>
              <a:rPr lang="es-MX" sz="3600" b="1" dirty="0">
                <a:latin typeface="Sitka Subheading" panose="02000505000000020004" pitchFamily="2" charset="0"/>
              </a:rPr>
              <a:t> 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6653304A-AF6D-45D8-93FD-CC1A94F0BB0D}"/>
              </a:ext>
            </a:extLst>
          </p:cNvPr>
          <p:cNvSpPr txBox="1"/>
          <p:nvPr/>
        </p:nvSpPr>
        <p:spPr>
          <a:xfrm>
            <a:off x="4662754" y="5289566"/>
            <a:ext cx="2866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SAT-LUX/V3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="" xmlns:a16="http://schemas.microsoft.com/office/drawing/2014/main" id="{D671C32A-E5B1-42E6-9E49-2C5368589A30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Gráfico 5">
            <a:extLst>
              <a:ext uri="{FF2B5EF4-FFF2-40B4-BE49-F238E27FC236}">
                <a16:creationId xmlns="" xmlns:a16="http://schemas.microsoft.com/office/drawing/2014/main" id="{499EBEB3-6621-497C-8D31-D7AD2CD82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 l="33475"/>
          <a:stretch/>
        </p:blipFill>
        <p:spPr>
          <a:xfrm>
            <a:off x="3878280" y="3391382"/>
            <a:ext cx="4438650" cy="1422745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="" xmlns:a16="http://schemas.microsoft.com/office/drawing/2014/main" id="{BC2A913D-307B-4EDB-9048-53D13763D8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 l="-2315" t="351" r="69697" b="-351"/>
          <a:stretch/>
        </p:blipFill>
        <p:spPr>
          <a:xfrm>
            <a:off x="4924289" y="1990776"/>
            <a:ext cx="2176329" cy="14227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6373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="" xmlns:a16="http://schemas.microsoft.com/office/drawing/2014/main" id="{9FE09025-57D8-4EBE-99FB-B9F29B4D0400}"/>
              </a:ext>
            </a:extLst>
          </p:cNvPr>
          <p:cNvSpPr txBox="1"/>
          <p:nvPr/>
        </p:nvSpPr>
        <p:spPr>
          <a:xfrm>
            <a:off x="3719325" y="1208973"/>
            <a:ext cx="4753349" cy="646331"/>
          </a:xfrm>
          <a:prstGeom prst="rect">
            <a:avLst/>
          </a:prstGeom>
          <a:solidFill>
            <a:schemeClr val="tx1">
              <a:alpha val="99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  <a:latin typeface="Sitka Subheading" panose="02000505000000020004" pitchFamily="2" charset="0"/>
              </a:rPr>
              <a:t>PROPIEDAD DE:</a:t>
            </a:r>
            <a:endParaRPr lang="es-419" sz="3600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411A78DF-A0B1-46D7-A382-79B186574662}"/>
              </a:ext>
            </a:extLst>
          </p:cNvPr>
          <p:cNvSpPr txBox="1"/>
          <p:nvPr/>
        </p:nvSpPr>
        <p:spPr>
          <a:xfrm>
            <a:off x="4252312" y="4642344"/>
            <a:ext cx="38892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>
                <a:latin typeface="Sitka Subheading" panose="02000505000000020004" pitchFamily="2" charset="0"/>
              </a:rPr>
              <a:t>SERIE: </a:t>
            </a:r>
            <a:r>
              <a:rPr lang="es-MX" sz="3600" b="1" dirty="0" smtClean="0">
                <a:latin typeface="Sitka Subheading" panose="02000505000000020004" pitchFamily="2" charset="0"/>
              </a:rPr>
              <a:t>SLV-</a:t>
            </a:r>
            <a:r>
              <a:rPr lang="es-MX" sz="4400" b="1" dirty="0" smtClean="0">
                <a:latin typeface="Sitka Subheading" panose="02000505000000020004" pitchFamily="2" charset="0"/>
              </a:rPr>
              <a:t>033</a:t>
            </a:r>
            <a:r>
              <a:rPr lang="es-MX" sz="3600" b="1" dirty="0" smtClean="0">
                <a:latin typeface="Sitka Subheading" panose="02000505000000020004" pitchFamily="2" charset="0"/>
              </a:rPr>
              <a:t> 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6653304A-AF6D-45D8-93FD-CC1A94F0BB0D}"/>
              </a:ext>
            </a:extLst>
          </p:cNvPr>
          <p:cNvSpPr txBox="1"/>
          <p:nvPr/>
        </p:nvSpPr>
        <p:spPr>
          <a:xfrm>
            <a:off x="4662754" y="5289566"/>
            <a:ext cx="3031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600" b="1" dirty="0" smtClean="0">
                <a:latin typeface="Sitka Subheading" panose="02000505000000020004" pitchFamily="2" charset="0"/>
              </a:rPr>
              <a:t>SAT-LUX/</a:t>
            </a:r>
            <a:r>
              <a:rPr lang="es-MX" sz="3600" b="1" smtClean="0">
                <a:latin typeface="Sitka Subheading" panose="02000505000000020004" pitchFamily="2" charset="0"/>
              </a:rPr>
              <a:t>IoT</a:t>
            </a:r>
            <a:endParaRPr lang="es-419" sz="3600" b="1" dirty="0">
              <a:latin typeface="Sitka Subheading" panose="02000505000000020004" pitchFamily="2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="" xmlns:a16="http://schemas.microsoft.com/office/drawing/2014/main" id="{D671C32A-E5B1-42E6-9E49-2C5368589A30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338" name="AutoShape 2" descr="blob:https://web.whatsapp.com/d9db5166-7d05-451c-b4bc-dee040e14e6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6809" y="2247343"/>
            <a:ext cx="7726540" cy="232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6373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>
            <a:extLst>
              <a:ext uri="{FF2B5EF4-FFF2-40B4-BE49-F238E27FC236}">
                <a16:creationId xmlns="" xmlns:a16="http://schemas.microsoft.com/office/drawing/2014/main" id="{590DF783-3CC7-4C4A-99FD-0DE55F118A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2775465" y="4017936"/>
            <a:ext cx="6835796" cy="1403234"/>
          </a:xfrm>
          <a:prstGeom prst="rect">
            <a:avLst/>
          </a:prstGeom>
          <a:ln>
            <a:noFill/>
          </a:ln>
        </p:spPr>
      </p:pic>
      <p:pic>
        <p:nvPicPr>
          <p:cNvPr id="38" name="Imagen 37">
            <a:extLst>
              <a:ext uri="{FF2B5EF4-FFF2-40B4-BE49-F238E27FC236}">
                <a16:creationId xmlns="" xmlns:a16="http://schemas.microsoft.com/office/drawing/2014/main" id="{AF988D9A-6A9C-45E6-955F-04A55ED30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2776756" y="1871616"/>
            <a:ext cx="6835796" cy="1403234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4290106" y="4272068"/>
            <a:ext cx="4035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PAPEL TIPO I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3819315" y="2125417"/>
            <a:ext cx="4979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OTROS PAPELES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" name="Picture 8" descr="Iconos de Engranajes - 3,882 iconos vectoriales gratis">
            <a:extLst>
              <a:ext uri="{FF2B5EF4-FFF2-40B4-BE49-F238E27FC236}">
                <a16:creationId xmlns="" xmlns:a16="http://schemas.microsoft.com/office/drawing/2014/main" id="{8F222012-946F-4306-BC05-FC6A86182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7232" t="48140" r="-4520"/>
          <a:stretch/>
        </p:blipFill>
        <p:spPr bwMode="auto">
          <a:xfrm rot="2448492">
            <a:off x="2051876" y="418205"/>
            <a:ext cx="984686" cy="891404"/>
          </a:xfrm>
          <a:prstGeom prst="teardrop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Iconos de Engranajes - 3,882 iconos vectoriales gratis">
            <a:extLst>
              <a:ext uri="{FF2B5EF4-FFF2-40B4-BE49-F238E27FC236}">
                <a16:creationId xmlns="" xmlns:a16="http://schemas.microsoft.com/office/drawing/2014/main" id="{AE4B2BF4-9515-494E-B5D4-8357C5418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2537" t="66236" r="55956"/>
          <a:stretch/>
        </p:blipFill>
        <p:spPr bwMode="auto">
          <a:xfrm>
            <a:off x="-2884714" y="571499"/>
            <a:ext cx="541564" cy="5803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D983E36A-A4D0-4BFA-ADA6-C23AD58A2585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8" name="Imagen 47">
            <a:extLst>
              <a:ext uri="{FF2B5EF4-FFF2-40B4-BE49-F238E27FC236}">
                <a16:creationId xmlns="" xmlns:a16="http://schemas.microsoft.com/office/drawing/2014/main" id="{346C06AA-7D59-4F65-A75B-F0F588BB6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="" xmlns:a16="http://schemas.microsoft.com/office/drawing/2014/main" id="{413A89FA-5FAF-4214-8C5A-51536A3CDA12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279308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3514582" y="-5060095"/>
            <a:ext cx="12814396" cy="622643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agen 37">
            <a:extLst>
              <a:ext uri="{FF2B5EF4-FFF2-40B4-BE49-F238E27FC236}">
                <a16:creationId xmlns="" xmlns:a16="http://schemas.microsoft.com/office/drawing/2014/main" id="{AF988D9A-6A9C-45E6-955F-04A55ED300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1838362" y="312820"/>
            <a:ext cx="2157906" cy="897182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1951345" y="298132"/>
            <a:ext cx="1931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SALIR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0DAF48B4-3490-4BE8-8C91-16206C505DF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36A6144-5AAF-4773-8AB9-0958293A34FF}"/>
              </a:ext>
            </a:extLst>
          </p:cNvPr>
          <p:cNvSpPr txBox="1"/>
          <p:nvPr/>
        </p:nvSpPr>
        <p:spPr>
          <a:xfrm>
            <a:off x="4802945" y="2994638"/>
            <a:ext cx="19200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800" dirty="0"/>
              <a:t>BRILLO</a:t>
            </a:r>
          </a:p>
        </p:txBody>
      </p:sp>
      <p:sp>
        <p:nvSpPr>
          <p:cNvPr id="30" name="Flecha: hacia abajo 29">
            <a:extLst>
              <a:ext uri="{FF2B5EF4-FFF2-40B4-BE49-F238E27FC236}">
                <a16:creationId xmlns="" xmlns:a16="http://schemas.microsoft.com/office/drawing/2014/main" id="{8BCE924E-2557-4C3B-A56B-DE68725847C2}"/>
              </a:ext>
            </a:extLst>
          </p:cNvPr>
          <p:cNvSpPr/>
          <p:nvPr/>
        </p:nvSpPr>
        <p:spPr>
          <a:xfrm rot="10800000">
            <a:off x="5180848" y="1480987"/>
            <a:ext cx="1136373" cy="145356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7000">
                <a:schemeClr val="accent1">
                  <a:lumMod val="45000"/>
                  <a:lumOff val="55000"/>
                </a:schemeClr>
              </a:gs>
              <a:gs pos="34000">
                <a:schemeClr val="accent1">
                  <a:lumMod val="45000"/>
                  <a:lumOff val="55000"/>
                </a:schemeClr>
              </a:gs>
              <a:gs pos="73000">
                <a:srgbClr val="457FFF"/>
              </a:gs>
            </a:gsLst>
            <a:lin ang="5400000" scaled="0"/>
          </a:gradFill>
          <a:ln w="88900" cap="rnd">
            <a:solidFill>
              <a:schemeClr val="tx1"/>
            </a:solidFill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pic>
        <p:nvPicPr>
          <p:cNvPr id="26" name="Imagen 25">
            <a:extLst>
              <a:ext uri="{FF2B5EF4-FFF2-40B4-BE49-F238E27FC236}">
                <a16:creationId xmlns="" xmlns:a16="http://schemas.microsoft.com/office/drawing/2014/main" id="{AC5737B4-7362-4E8F-90DE-DD13FC1036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2448" t="20321" b="62673"/>
          <a:stretch/>
        </p:blipFill>
        <p:spPr>
          <a:xfrm>
            <a:off x="6657389" y="2958640"/>
            <a:ext cx="3109536" cy="951989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630039E1-B743-4ECF-8C8A-0400EE503A10}"/>
              </a:ext>
            </a:extLst>
          </p:cNvPr>
          <p:cNvSpPr txBox="1"/>
          <p:nvPr/>
        </p:nvSpPr>
        <p:spPr>
          <a:xfrm>
            <a:off x="6832871" y="2981189"/>
            <a:ext cx="2904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ACEPTAR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32" name="Flecha: hacia abajo 31">
            <a:extLst>
              <a:ext uri="{FF2B5EF4-FFF2-40B4-BE49-F238E27FC236}">
                <a16:creationId xmlns="" xmlns:a16="http://schemas.microsoft.com/office/drawing/2014/main" id="{C9AFBEC7-423F-4E1F-92B0-BE5C6F7ED944}"/>
              </a:ext>
            </a:extLst>
          </p:cNvPr>
          <p:cNvSpPr/>
          <p:nvPr/>
        </p:nvSpPr>
        <p:spPr>
          <a:xfrm>
            <a:off x="5188564" y="4036067"/>
            <a:ext cx="1136373" cy="145356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7000">
                <a:schemeClr val="accent1">
                  <a:lumMod val="45000"/>
                  <a:lumOff val="55000"/>
                </a:schemeClr>
              </a:gs>
              <a:gs pos="34000">
                <a:schemeClr val="accent1">
                  <a:lumMod val="45000"/>
                  <a:lumOff val="55000"/>
                </a:schemeClr>
              </a:gs>
              <a:gs pos="73000">
                <a:srgbClr val="457FFF"/>
              </a:gs>
            </a:gsLst>
            <a:lin ang="5400000" scaled="0"/>
          </a:gradFill>
          <a:ln w="88900" cap="rnd">
            <a:solidFill>
              <a:schemeClr val="tx1"/>
            </a:solidFill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</p:spTree>
    <p:extLst>
      <p:ext uri="{BB962C8B-B14F-4D97-AF65-F5344CB8AC3E}">
        <p14:creationId xmlns="" xmlns:p14="http://schemas.microsoft.com/office/powerpoint/2010/main" val="250717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000">
              <a:schemeClr val="tx1">
                <a:lumMod val="50000"/>
                <a:lumOff val="50000"/>
              </a:schemeClr>
            </a:gs>
            <a:gs pos="9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4194366" y="62959"/>
            <a:ext cx="3945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PRUEBA ADC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464220" y="1270267"/>
            <a:ext cx="3095597" cy="10564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15349" y="1082401"/>
            <a:ext cx="3095597" cy="3174579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06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7017573" y="703935"/>
            <a:ext cx="2016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779528" y="2202709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ADC mV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290144" y="3953792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344182" y="575124"/>
            <a:ext cx="1784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687685" y="3077492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719559" y="3208025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268432" y="302177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268432" y="2155777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969274" y="2071737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="" xmlns:a16="http://schemas.microsoft.com/office/drawing/2014/main" id="{1D7D96A9-0BA8-4BF3-883E-DC6A1A3E2EF3}"/>
              </a:ext>
            </a:extLst>
          </p:cNvPr>
          <p:cNvSpPr txBox="1"/>
          <p:nvPr/>
        </p:nvSpPr>
        <p:spPr>
          <a:xfrm>
            <a:off x="2063565" y="4549567"/>
            <a:ext cx="843211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Este modo es exclusivamente para realizar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Pruebas y calibrar el instrumento.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El resultado obtenido será </a:t>
            </a:r>
          </a:p>
          <a:p>
            <a:pPr algn="ctr"/>
            <a:r>
              <a:rPr lang="es-MX" sz="3200" b="1" dirty="0">
                <a:latin typeface="Sitka Subheading" panose="02000505000000020004" pitchFamily="2" charset="0"/>
              </a:rPr>
              <a:t>ADC/mV + 200 + ajuste offset/mV</a:t>
            </a:r>
          </a:p>
        </p:txBody>
      </p:sp>
    </p:spTree>
    <p:extLst>
      <p:ext uri="{BB962C8B-B14F-4D97-AF65-F5344CB8AC3E}">
        <p14:creationId xmlns="" xmlns:p14="http://schemas.microsoft.com/office/powerpoint/2010/main" val="287599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="" xmlns:a16="http://schemas.microsoft.com/office/drawing/2014/main" id="{685F03F9-5358-4E6B-9A71-DA7E3037FF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43D3D247-22E9-4EE6-8080-0043076BDD97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="" xmlns:a16="http://schemas.microsoft.com/office/drawing/2014/main" id="{9AD7FB6C-CE1A-4478-8836-C2FB7DD31169}"/>
              </a:ext>
            </a:extLst>
          </p:cNvPr>
          <p:cNvSpPr txBox="1"/>
          <p:nvPr/>
        </p:nvSpPr>
        <p:spPr>
          <a:xfrm>
            <a:off x="2186605" y="1033414"/>
            <a:ext cx="79608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PANTALLA DE PRUEBA.</a:t>
            </a:r>
          </a:p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BUSQUEDA DE PIXELES</a:t>
            </a:r>
          </a:p>
          <a:p>
            <a:pPr algn="ctr"/>
            <a:r>
              <a:rPr lang="es-MX" sz="5400" b="1" dirty="0">
                <a:solidFill>
                  <a:schemeClr val="accent6"/>
                </a:solidFill>
                <a:latin typeface="Sitka Subheading" panose="02000505000000020004" pitchFamily="2" charset="0"/>
              </a:rPr>
              <a:t> DAÑADOS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="" xmlns:a16="http://schemas.microsoft.com/office/drawing/2014/main" id="{D9B3D121-C610-4624-9C04-97D15D2283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328271" y="4204926"/>
            <a:ext cx="2957476" cy="111332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="" xmlns:a16="http://schemas.microsoft.com/office/drawing/2014/main" id="{C73C9F45-E185-47E7-B6EF-E702EDDA914B}"/>
              </a:ext>
            </a:extLst>
          </p:cNvPr>
          <p:cNvSpPr txBox="1"/>
          <p:nvPr/>
        </p:nvSpPr>
        <p:spPr>
          <a:xfrm>
            <a:off x="6360144" y="4335459"/>
            <a:ext cx="295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EMPEZAR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9530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415060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282474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EF900E81-7D62-4AA1-BAA9-81E61A09BDEB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="" xmlns:p14="http://schemas.microsoft.com/office/powerpoint/2010/main" val="196269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974" y="380662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9" name="Imagen 68">
            <a:extLst>
              <a:ext uri="{FF2B5EF4-FFF2-40B4-BE49-F238E27FC236}">
                <a16:creationId xmlns="" xmlns:a16="http://schemas.microsoft.com/office/drawing/2014/main" id="{7ACBDBAE-7C1D-4324-9403-F8B1EA10E8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="" xmlns:a16="http://schemas.microsoft.com/office/drawing/2014/main" id="{D99445CB-7A15-4115-A5E2-6DEA9C77558E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257996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3641" y="3967300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2535022" y="437598"/>
            <a:ext cx="6811238" cy="1693285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3819641" y="873017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="" xmlns:a16="http://schemas.microsoft.com/office/drawing/2014/main" id="{967FFEE6-EBF1-4E08-90A5-1B2D53FF69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670E0AA8-8706-48AA-BA6C-CAEC0BCEF8B9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2531763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98478" y="3676015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2644431" y="577261"/>
            <a:ext cx="6744147" cy="1349673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3649534" y="856454"/>
            <a:ext cx="4989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="" xmlns:a16="http://schemas.microsoft.com/office/drawing/2014/main" id="{68D1BC02-2F51-4010-8AB1-4CA272BA4D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B963CCEC-6076-47BC-903F-FBBB2FA0EF35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3444139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39122" y="395479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2666875" y="469291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3390692" y="875615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="" xmlns:a16="http://schemas.microsoft.com/office/drawing/2014/main" id="{B095F23A-636D-4F19-B1FF-6E76003213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EA4DE97D-8E9B-424D-947A-1ABA981ABF7B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1451717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03974" y="3954797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2667001" y="393698"/>
            <a:ext cx="6819900" cy="176801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4067239" y="8602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-12166749" y="6858000"/>
            <a:ext cx="6839538" cy="1587241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-11153949" y="7291208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="" xmlns:a16="http://schemas.microsoft.com/office/drawing/2014/main" id="{F3C442CB-E86E-4B8F-A89A-CF8B9E7038EA}"/>
              </a:ext>
            </a:extLst>
          </p:cNvPr>
          <p:cNvSpPr/>
          <p:nvPr/>
        </p:nvSpPr>
        <p:spPr>
          <a:xfrm>
            <a:off x="-12031049" y="-4777326"/>
            <a:ext cx="6455675" cy="1149999"/>
          </a:xfrm>
          <a:prstGeom prst="roundRect">
            <a:avLst/>
          </a:prstGeom>
          <a:gradFill flip="none" rotWithShape="1">
            <a:gsLst>
              <a:gs pos="28000">
                <a:srgbClr val="8D73F9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0"/>
            <a:tileRect/>
          </a:gradFill>
          <a:ln w="174625">
            <a:solidFill>
              <a:srgbClr val="457FFF"/>
            </a:solidFill>
            <a:beve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0" name="Imagen 59">
            <a:extLst>
              <a:ext uri="{FF2B5EF4-FFF2-40B4-BE49-F238E27FC236}">
                <a16:creationId xmlns="" xmlns:a16="http://schemas.microsoft.com/office/drawing/2014/main" id="{1073A445-8FFF-43CD-801E-58C80ADD62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D6DCE3ED-5218-4914-8CA7-6B04ACD1D3C6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124656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626A1274-3A88-46CB-9E06-72BC36C12F04}"/>
              </a:ext>
            </a:extLst>
          </p:cNvPr>
          <p:cNvSpPr/>
          <p:nvPr/>
        </p:nvSpPr>
        <p:spPr>
          <a:xfrm>
            <a:off x="1838362" y="214876"/>
            <a:ext cx="8657320" cy="6608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1034" name="Picture 10" descr="Las señales de tráfico más frecuentes cuyo significado has ...">
            <a:extLst>
              <a:ext uri="{FF2B5EF4-FFF2-40B4-BE49-F238E27FC236}">
                <a16:creationId xmlns="" xmlns:a16="http://schemas.microsoft.com/office/drawing/2014/main" id="{D941673B-12EB-4BB2-8FD1-758E68EF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6319" y="3676015"/>
            <a:ext cx="5997256" cy="5997256"/>
          </a:xfrm>
          <a:prstGeom prst="rect">
            <a:avLst/>
          </a:prstGeom>
          <a:solidFill>
            <a:schemeClr val="tx1"/>
          </a:solidFill>
          <a:effectLst/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31082A51-AF99-4E3C-9448-8C5055C9B5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2527490" y="462917"/>
            <a:ext cx="7060569" cy="1576951"/>
          </a:xfrm>
          <a:prstGeom prst="rect">
            <a:avLst/>
          </a:prstGeom>
        </p:spPr>
      </p:pic>
      <p:pic>
        <p:nvPicPr>
          <p:cNvPr id="1046" name="Picture 22" descr="Plastempack - Home">
            <a:extLst>
              <a:ext uri="{FF2B5EF4-FFF2-40B4-BE49-F238E27FC236}">
                <a16:creationId xmlns="" xmlns:a16="http://schemas.microsoft.com/office/drawing/2014/main" id="{D113C5AF-A108-4320-A1E1-8912C797F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8972"/>
          <a:stretch/>
        </p:blipFill>
        <p:spPr bwMode="auto">
          <a:xfrm>
            <a:off x="-5758926" y="-5388283"/>
            <a:ext cx="12814396" cy="62264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ñal Vial - Señalización Vertical">
            <a:extLst>
              <a:ext uri="{FF2B5EF4-FFF2-40B4-BE49-F238E27FC236}">
                <a16:creationId xmlns="" xmlns:a16="http://schemas.microsoft.com/office/drawing/2014/main" id="{43E01EAA-5347-4C94-BA82-A32829592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422" r="23171"/>
          <a:stretch/>
        </p:blipFill>
        <p:spPr bwMode="auto">
          <a:xfrm>
            <a:off x="9679640" y="6198872"/>
            <a:ext cx="633769" cy="628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EB65F3E4-F209-4582-82A0-493B017A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788" y="4840908"/>
            <a:ext cx="3810567" cy="33668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6AB03347-22B6-47B5-9351-EDCFA8104C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343" r="13921"/>
          <a:stretch/>
        </p:blipFill>
        <p:spPr bwMode="auto">
          <a:xfrm>
            <a:off x="8972895" y="5410719"/>
            <a:ext cx="1023630" cy="1050356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Normas de seguridad vial para niños: Señales de tráfico - RACE®">
            <a:extLst>
              <a:ext uri="{FF2B5EF4-FFF2-40B4-BE49-F238E27FC236}">
                <a16:creationId xmlns="" xmlns:a16="http://schemas.microsoft.com/office/drawing/2014/main" id="{33E53C42-8606-4F5D-B0EF-655035AE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797" y="6480005"/>
            <a:ext cx="1511843" cy="14992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="" xmlns:a16="http://schemas.microsoft.com/office/drawing/2014/main" id="{295865FD-FD88-412A-B00A-0FC19F422924}"/>
              </a:ext>
            </a:extLst>
          </p:cNvPr>
          <p:cNvSpPr/>
          <p:nvPr/>
        </p:nvSpPr>
        <p:spPr>
          <a:xfrm>
            <a:off x="9643943" y="3699211"/>
            <a:ext cx="551642" cy="536178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18ED30E8-6FDE-40DE-98E6-441616B36A99}"/>
              </a:ext>
            </a:extLst>
          </p:cNvPr>
          <p:cNvSpPr/>
          <p:nvPr/>
        </p:nvSpPr>
        <p:spPr>
          <a:xfrm>
            <a:off x="10281480" y="4394235"/>
            <a:ext cx="297457" cy="288011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B0037500-4050-434C-8FC6-47E1D2477D10}"/>
              </a:ext>
            </a:extLst>
          </p:cNvPr>
          <p:cNvSpPr/>
          <p:nvPr/>
        </p:nvSpPr>
        <p:spPr>
          <a:xfrm>
            <a:off x="9477545" y="4435397"/>
            <a:ext cx="297457" cy="296340"/>
          </a:xfrm>
          <a:prstGeom prst="ellipse">
            <a:avLst/>
          </a:prstGeom>
          <a:solidFill>
            <a:srgbClr val="E41408"/>
          </a:solidFill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C3E75720-6753-4A37-816C-80CF554C1B0B}"/>
              </a:ext>
            </a:extLst>
          </p:cNvPr>
          <p:cNvSpPr/>
          <p:nvPr/>
        </p:nvSpPr>
        <p:spPr>
          <a:xfrm>
            <a:off x="7910569" y="6657085"/>
            <a:ext cx="297457" cy="296340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Elipse 30">
            <a:extLst>
              <a:ext uri="{FF2B5EF4-FFF2-40B4-BE49-F238E27FC236}">
                <a16:creationId xmlns="" xmlns:a16="http://schemas.microsoft.com/office/drawing/2014/main" id="{157F1249-25E4-491E-A78A-AC612BB5E590}"/>
              </a:ext>
            </a:extLst>
          </p:cNvPr>
          <p:cNvSpPr/>
          <p:nvPr/>
        </p:nvSpPr>
        <p:spPr>
          <a:xfrm>
            <a:off x="9552499" y="6674644"/>
            <a:ext cx="147550" cy="148249"/>
          </a:xfrm>
          <a:prstGeom prst="ellipse">
            <a:avLst/>
          </a:prstGeom>
          <a:solidFill>
            <a:srgbClr val="E41408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Elipse 32">
            <a:extLst>
              <a:ext uri="{FF2B5EF4-FFF2-40B4-BE49-F238E27FC236}">
                <a16:creationId xmlns="" xmlns:a16="http://schemas.microsoft.com/office/drawing/2014/main" id="{FD0ED50C-53E7-4506-B3B8-5F5E1FD4B0B5}"/>
              </a:ext>
            </a:extLst>
          </p:cNvPr>
          <p:cNvSpPr/>
          <p:nvPr/>
        </p:nvSpPr>
        <p:spPr>
          <a:xfrm>
            <a:off x="10239633" y="667464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Elipse 33">
            <a:extLst>
              <a:ext uri="{FF2B5EF4-FFF2-40B4-BE49-F238E27FC236}">
                <a16:creationId xmlns="" xmlns:a16="http://schemas.microsoft.com/office/drawing/2014/main" id="{7D86FBD2-6C12-40E3-A901-351E50BEF92A}"/>
              </a:ext>
            </a:extLst>
          </p:cNvPr>
          <p:cNvSpPr/>
          <p:nvPr/>
        </p:nvSpPr>
        <p:spPr>
          <a:xfrm>
            <a:off x="1910402" y="891883"/>
            <a:ext cx="147550" cy="148249"/>
          </a:xfrm>
          <a:prstGeom prst="ellipse">
            <a:avLst/>
          </a:prstGeom>
          <a:solidFill>
            <a:srgbClr val="E4140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Elipse 34">
            <a:extLst>
              <a:ext uri="{FF2B5EF4-FFF2-40B4-BE49-F238E27FC236}">
                <a16:creationId xmlns="" xmlns:a16="http://schemas.microsoft.com/office/drawing/2014/main" id="{67F036DF-13DF-497A-8764-4876CE830453}"/>
              </a:ext>
            </a:extLst>
          </p:cNvPr>
          <p:cNvSpPr/>
          <p:nvPr/>
        </p:nvSpPr>
        <p:spPr>
          <a:xfrm>
            <a:off x="7534028" y="6637056"/>
            <a:ext cx="147550" cy="148249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2050" name="Picture 2" descr="Señales de tráfico - Wikiwand">
            <a:extLst>
              <a:ext uri="{FF2B5EF4-FFF2-40B4-BE49-F238E27FC236}">
                <a16:creationId xmlns="" xmlns:a16="http://schemas.microsoft.com/office/drawing/2014/main" id="{006986A1-4787-4179-AFAB-BC0ABDAB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413" y="-889746"/>
            <a:ext cx="5600121" cy="56001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: esquinas redondeadas 4">
            <a:extLst>
              <a:ext uri="{FF2B5EF4-FFF2-40B4-BE49-F238E27FC236}">
                <a16:creationId xmlns="" xmlns:a16="http://schemas.microsoft.com/office/drawing/2014/main" id="{BC112D82-B2C0-418B-B7CB-C1D3F890CD9D}"/>
              </a:ext>
            </a:extLst>
          </p:cNvPr>
          <p:cNvSpPr/>
          <p:nvPr/>
        </p:nvSpPr>
        <p:spPr>
          <a:xfrm>
            <a:off x="10235663" y="1043009"/>
            <a:ext cx="4801926" cy="2019283"/>
          </a:xfrm>
          <a:prstGeom prst="roundRect">
            <a:avLst/>
          </a:prstGeom>
          <a:solidFill>
            <a:srgbClr val="EF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CuadroTexto 39">
            <a:extLst>
              <a:ext uri="{FF2B5EF4-FFF2-40B4-BE49-F238E27FC236}">
                <a16:creationId xmlns="" xmlns:a16="http://schemas.microsoft.com/office/drawing/2014/main" id="{A2BD38E9-7659-431B-8B9D-BFEFA5F2CC5F}"/>
              </a:ext>
            </a:extLst>
          </p:cNvPr>
          <p:cNvSpPr txBox="1"/>
          <p:nvPr/>
        </p:nvSpPr>
        <p:spPr>
          <a:xfrm>
            <a:off x="3323134" y="877894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="" xmlns:a16="http://schemas.microsoft.com/office/drawing/2014/main" id="{31B6DC74-1E6C-4AAB-9533-DD6E097B8A26}"/>
              </a:ext>
            </a:extLst>
          </p:cNvPr>
          <p:cNvSpPr/>
          <p:nvPr/>
        </p:nvSpPr>
        <p:spPr>
          <a:xfrm>
            <a:off x="6057775" y="3453558"/>
            <a:ext cx="3095597" cy="1056431"/>
          </a:xfrm>
          <a:prstGeom prst="roundRect">
            <a:avLst/>
          </a:prstGeom>
          <a:solidFill>
            <a:srgbClr val="457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="" xmlns:a16="http://schemas.microsoft.com/office/drawing/2014/main" id="{B0342185-F5FE-4280-8059-2607713F59D3}"/>
              </a:ext>
            </a:extLst>
          </p:cNvPr>
          <p:cNvSpPr/>
          <p:nvPr/>
        </p:nvSpPr>
        <p:spPr>
          <a:xfrm>
            <a:off x="2768384" y="2539328"/>
            <a:ext cx="3095597" cy="3174579"/>
          </a:xfrm>
          <a:prstGeom prst="roundRect">
            <a:avLst/>
          </a:prstGeom>
          <a:solidFill>
            <a:srgbClr val="457FFF"/>
          </a:solidFill>
          <a:ln>
            <a:solidFill>
              <a:srgbClr val="457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CuadroTexto 23">
            <a:extLst>
              <a:ext uri="{FF2B5EF4-FFF2-40B4-BE49-F238E27FC236}">
                <a16:creationId xmlns="" xmlns:a16="http://schemas.microsoft.com/office/drawing/2014/main" id="{D0A94729-924A-4E16-BA07-14FAB8D8393A}"/>
              </a:ext>
            </a:extLst>
          </p:cNvPr>
          <p:cNvSpPr txBox="1"/>
          <p:nvPr/>
        </p:nvSpPr>
        <p:spPr>
          <a:xfrm>
            <a:off x="6517780" y="1951529"/>
            <a:ext cx="2097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α </a:t>
            </a:r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=0.2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B4BB4A09-382D-4099-BAC8-56A44B9C3928}"/>
              </a:ext>
            </a:extLst>
          </p:cNvPr>
          <p:cNvSpPr txBox="1"/>
          <p:nvPr/>
        </p:nvSpPr>
        <p:spPr>
          <a:xfrm>
            <a:off x="6327949" y="2732717"/>
            <a:ext cx="24753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promedio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="" xmlns:a16="http://schemas.microsoft.com/office/drawing/2014/main" id="{26AAF521-1B6F-4409-B49B-3375A0EBAE4E}"/>
              </a:ext>
            </a:extLst>
          </p:cNvPr>
          <p:cNvSpPr txBox="1"/>
          <p:nvPr/>
        </p:nvSpPr>
        <p:spPr>
          <a:xfrm>
            <a:off x="6128582" y="4465271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="" xmlns:a16="http://schemas.microsoft.com/office/drawing/2014/main" id="{5978285B-2770-4D72-B1E4-5294F8B6106B}"/>
              </a:ext>
            </a:extLst>
          </p:cNvPr>
          <p:cNvSpPr txBox="1"/>
          <p:nvPr/>
        </p:nvSpPr>
        <p:spPr>
          <a:xfrm>
            <a:off x="2963965" y="5655637"/>
            <a:ext cx="2694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cd/lx/m</a:t>
            </a:r>
            <a:r>
              <a:rPr lang="es-MX" sz="4800" b="1" baseline="30000" dirty="0">
                <a:solidFill>
                  <a:schemeClr val="bg1"/>
                </a:solidFill>
                <a:latin typeface="Sitka Subheading" panose="02000505000000020004" pitchFamily="2" charset="0"/>
              </a:rPr>
              <a:t>2</a:t>
            </a:r>
            <a:endParaRPr lang="es-MX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C59946D8-C8A4-4CAD-885D-5EC990A5C4D3}"/>
              </a:ext>
            </a:extLst>
          </p:cNvPr>
          <p:cNvCxnSpPr/>
          <p:nvPr/>
        </p:nvCxnSpPr>
        <p:spPr>
          <a:xfrm>
            <a:off x="3343179" y="5410719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="" xmlns:a16="http://schemas.microsoft.com/office/drawing/2014/main" id="{CFE92EE8-CCB8-4C98-8B61-623562133129}"/>
              </a:ext>
            </a:extLst>
          </p:cNvPr>
          <p:cNvSpPr txBox="1"/>
          <p:nvPr/>
        </p:nvSpPr>
        <p:spPr>
          <a:xfrm>
            <a:off x="3218842" y="1873875"/>
            <a:ext cx="2185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medidas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88A1E423-2ECD-4A7D-AAAC-AF3F542B47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63191" b="20139"/>
          <a:stretch/>
        </p:blipFill>
        <p:spPr>
          <a:xfrm>
            <a:off x="6296397" y="5479831"/>
            <a:ext cx="2612928" cy="1113325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="" xmlns:a16="http://schemas.microsoft.com/office/drawing/2014/main" id="{E03E4A2F-0148-4B60-A64B-32F15F9E7369}"/>
              </a:ext>
            </a:extLst>
          </p:cNvPr>
          <p:cNvSpPr txBox="1"/>
          <p:nvPr/>
        </p:nvSpPr>
        <p:spPr>
          <a:xfrm>
            <a:off x="6328271" y="5610364"/>
            <a:ext cx="261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latin typeface="Sitka Subheading" panose="02000505000000020004" pitchFamily="2" charset="0"/>
              </a:rPr>
              <a:t>regresar</a:t>
            </a:r>
            <a:endParaRPr lang="es-419" sz="4400" b="1" dirty="0">
              <a:latin typeface="Sitka Subheading" panose="02000505000000020004" pitchFamily="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DF54A11E-3B7B-48AA-AC97-E87076CF25DA}"/>
              </a:ext>
            </a:extLst>
          </p:cNvPr>
          <p:cNvCxnSpPr/>
          <p:nvPr/>
        </p:nvCxnSpPr>
        <p:spPr>
          <a:xfrm>
            <a:off x="3321467" y="4478701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="" xmlns:a16="http://schemas.microsoft.com/office/drawing/2014/main" id="{2E9A5EF5-0730-4339-97B9-E0B49E7E4C80}"/>
              </a:ext>
            </a:extLst>
          </p:cNvPr>
          <p:cNvCxnSpPr/>
          <p:nvPr/>
        </p:nvCxnSpPr>
        <p:spPr>
          <a:xfrm>
            <a:off x="3321467" y="3612704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="" xmlns:a16="http://schemas.microsoft.com/office/drawing/2014/main" id="{1FD6CEB4-9E86-42A9-BCEB-64D95BE5F457}"/>
              </a:ext>
            </a:extLst>
          </p:cNvPr>
          <p:cNvCxnSpPr/>
          <p:nvPr/>
        </p:nvCxnSpPr>
        <p:spPr>
          <a:xfrm>
            <a:off x="6562829" y="4255028"/>
            <a:ext cx="2052000" cy="0"/>
          </a:xfrm>
          <a:prstGeom prst="line">
            <a:avLst/>
          </a:prstGeom>
          <a:ln w="603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="" xmlns:a16="http://schemas.microsoft.com/office/drawing/2014/main" id="{6729C964-E642-464A-A392-CABF234FEA63}"/>
              </a:ext>
            </a:extLst>
          </p:cNvPr>
          <p:cNvSpPr/>
          <p:nvPr/>
        </p:nvSpPr>
        <p:spPr>
          <a:xfrm>
            <a:off x="1943246" y="289458"/>
            <a:ext cx="551642" cy="536178"/>
          </a:xfrm>
          <a:prstGeom prst="ellipse">
            <a:avLst/>
          </a:prstGeom>
          <a:solidFill>
            <a:srgbClr val="E41408"/>
          </a:solidFill>
          <a:ln w="76200">
            <a:solidFill>
              <a:schemeClr val="bg1">
                <a:lumMod val="95000"/>
              </a:schemeClr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="" xmlns:a16="http://schemas.microsoft.com/office/drawing/2014/main" id="{F368B41C-5F66-4A1A-A3D6-C08108BE0206}"/>
              </a:ext>
            </a:extLst>
          </p:cNvPr>
          <p:cNvSpPr/>
          <p:nvPr/>
        </p:nvSpPr>
        <p:spPr>
          <a:xfrm>
            <a:off x="2535022" y="284095"/>
            <a:ext cx="109409" cy="109603"/>
          </a:xfrm>
          <a:prstGeom prst="ellipse">
            <a:avLst/>
          </a:prstGeom>
          <a:solidFill>
            <a:srgbClr val="E4140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47" name="Imagen 46">
            <a:extLst>
              <a:ext uri="{FF2B5EF4-FFF2-40B4-BE49-F238E27FC236}">
                <a16:creationId xmlns="" xmlns:a16="http://schemas.microsoft.com/office/drawing/2014/main" id="{D100254C-A0FF-44C2-A9C7-0FB64EC1D7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041" t="18858" b="61215"/>
          <a:stretch/>
        </p:blipFill>
        <p:spPr>
          <a:xfrm>
            <a:off x="-12252394" y="-1192402"/>
            <a:ext cx="6739752" cy="1684734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="" xmlns:a16="http://schemas.microsoft.com/office/drawing/2014/main" id="{8444C34E-7E79-4481-9A29-35A711873134}"/>
              </a:ext>
            </a:extLst>
          </p:cNvPr>
          <p:cNvSpPr txBox="1"/>
          <p:nvPr/>
        </p:nvSpPr>
        <p:spPr>
          <a:xfrm>
            <a:off x="-11039261" y="-765534"/>
            <a:ext cx="4110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AZUL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="" xmlns:a16="http://schemas.microsoft.com/office/drawing/2014/main" id="{23558AFA-44F6-43A4-89EF-F7C42CFFA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3586" t="84562"/>
          <a:stretch/>
        </p:blipFill>
        <p:spPr>
          <a:xfrm>
            <a:off x="-12314853" y="764000"/>
            <a:ext cx="6661606" cy="1305242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="" xmlns:a16="http://schemas.microsoft.com/office/drawing/2014/main" id="{EA10EA47-9DEC-4F46-921E-75905E977F58}"/>
              </a:ext>
            </a:extLst>
          </p:cNvPr>
          <p:cNvSpPr txBox="1"/>
          <p:nvPr/>
        </p:nvSpPr>
        <p:spPr>
          <a:xfrm>
            <a:off x="-11362524" y="1033414"/>
            <a:ext cx="4960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solidFill>
                  <a:schemeClr val="bg1"/>
                </a:solidFill>
                <a:latin typeface="Sitka Subheading" panose="02000505000000020004" pitchFamily="2" charset="0"/>
              </a:rPr>
              <a:t>COLOR: BLANCO</a:t>
            </a:r>
            <a:endParaRPr lang="es-419" sz="4800" b="1" dirty="0">
              <a:solidFill>
                <a:schemeClr val="bg1"/>
              </a:solidFill>
              <a:latin typeface="Sitka Subheading" panose="02000505000000020004" pitchFamily="2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="" xmlns:a16="http://schemas.microsoft.com/office/drawing/2014/main" id="{9DA38106-400D-45A5-B977-1AB93973E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40486" r="53505" b="41488"/>
          <a:stretch/>
        </p:blipFill>
        <p:spPr>
          <a:xfrm>
            <a:off x="-12252394" y="2708473"/>
            <a:ext cx="6781800" cy="1524000"/>
          </a:xfrm>
          <a:prstGeom prst="rect">
            <a:avLst/>
          </a:prstGeom>
        </p:spPr>
      </p:pic>
      <p:sp>
        <p:nvSpPr>
          <p:cNvPr id="52" name="CuadroTexto 51">
            <a:extLst>
              <a:ext uri="{FF2B5EF4-FFF2-40B4-BE49-F238E27FC236}">
                <a16:creationId xmlns="" xmlns:a16="http://schemas.microsoft.com/office/drawing/2014/main" id="{CCB54E84-2FE9-46CC-A40F-62F1DDC37EE0}"/>
              </a:ext>
            </a:extLst>
          </p:cNvPr>
          <p:cNvSpPr txBox="1"/>
          <p:nvPr/>
        </p:nvSpPr>
        <p:spPr>
          <a:xfrm>
            <a:off x="-11449127" y="3054974"/>
            <a:ext cx="5291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NARANJA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3" name="Imagen 52">
            <a:extLst>
              <a:ext uri="{FF2B5EF4-FFF2-40B4-BE49-F238E27FC236}">
                <a16:creationId xmlns="" xmlns:a16="http://schemas.microsoft.com/office/drawing/2014/main" id="{79C4529C-3286-4B24-BF93-08148FF9CA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18404" r="53239" b="60866"/>
          <a:stretch/>
        </p:blipFill>
        <p:spPr>
          <a:xfrm>
            <a:off x="-12290494" y="4653808"/>
            <a:ext cx="6819900" cy="175260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E28225E5-C6FF-4AE8-9DBF-DF00F491ACB4}"/>
              </a:ext>
            </a:extLst>
          </p:cNvPr>
          <p:cNvSpPr txBox="1"/>
          <p:nvPr/>
        </p:nvSpPr>
        <p:spPr>
          <a:xfrm>
            <a:off x="-10890256" y="5104900"/>
            <a:ext cx="4057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ROJO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="" xmlns:a16="http://schemas.microsoft.com/office/drawing/2014/main" id="{B35BFDC3-027C-42D2-A310-2BED52022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756" t="82629" r="53102" b="-1403"/>
          <a:stretch/>
        </p:blipFill>
        <p:spPr>
          <a:xfrm>
            <a:off x="2707250" y="397541"/>
            <a:ext cx="6839538" cy="1617545"/>
          </a:xfrm>
          <a:prstGeom prst="rect">
            <a:avLst/>
          </a:prstGeom>
        </p:spPr>
      </p:pic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A7387039-F603-43A7-8E9B-CBF82C1127AF}"/>
              </a:ext>
            </a:extLst>
          </p:cNvPr>
          <p:cNvSpPr txBox="1"/>
          <p:nvPr/>
        </p:nvSpPr>
        <p:spPr>
          <a:xfrm>
            <a:off x="3720050" y="830749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VERDE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="" xmlns:a16="http://schemas.microsoft.com/office/drawing/2014/main" id="{D951BE18-ED5C-4132-AB28-D95347CFCC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866" t="62203" r="52672" b="19146"/>
          <a:stretch/>
        </p:blipFill>
        <p:spPr>
          <a:xfrm>
            <a:off x="-12290494" y="-3194666"/>
            <a:ext cx="7060569" cy="1576951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="" xmlns:a16="http://schemas.microsoft.com/office/drawing/2014/main" id="{B3DD31E4-DD8D-4225-ABAA-BDDDE2DCF8F0}"/>
              </a:ext>
            </a:extLst>
          </p:cNvPr>
          <p:cNvSpPr txBox="1"/>
          <p:nvPr/>
        </p:nvSpPr>
        <p:spPr>
          <a:xfrm>
            <a:off x="-11494850" y="-2779689"/>
            <a:ext cx="568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b="1" dirty="0">
                <a:latin typeface="Sitka Subheading" panose="02000505000000020004" pitchFamily="2" charset="0"/>
              </a:rPr>
              <a:t>COLOR: AMARILLO</a:t>
            </a:r>
            <a:endParaRPr lang="es-419" sz="4800" b="1" dirty="0">
              <a:latin typeface="Sitka Subheading" panose="02000505000000020004" pitchFamily="2" charset="0"/>
            </a:endParaRPr>
          </a:p>
        </p:txBody>
      </p:sp>
      <p:pic>
        <p:nvPicPr>
          <p:cNvPr id="59" name="Imagen 58">
            <a:extLst>
              <a:ext uri="{FF2B5EF4-FFF2-40B4-BE49-F238E27FC236}">
                <a16:creationId xmlns="" xmlns:a16="http://schemas.microsoft.com/office/drawing/2014/main" id="{A42489EB-0624-411D-BEFC-6BFF3E5080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75509" y="5010662"/>
            <a:ext cx="1072868" cy="524656"/>
          </a:xfrm>
          <a:prstGeom prst="rect">
            <a:avLst/>
          </a:prstGeom>
        </p:spPr>
      </p:pic>
      <p:sp>
        <p:nvSpPr>
          <p:cNvPr id="60" name="CuadroTexto 59">
            <a:extLst>
              <a:ext uri="{FF2B5EF4-FFF2-40B4-BE49-F238E27FC236}">
                <a16:creationId xmlns="" xmlns:a16="http://schemas.microsoft.com/office/drawing/2014/main" id="{95C44694-4EA5-4744-BAEB-5F060A75E6E7}"/>
              </a:ext>
            </a:extLst>
          </p:cNvPr>
          <p:cNvSpPr txBox="1"/>
          <p:nvPr/>
        </p:nvSpPr>
        <p:spPr>
          <a:xfrm>
            <a:off x="1813291" y="6272726"/>
            <a:ext cx="787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="" xmlns:p14="http://schemas.microsoft.com/office/powerpoint/2010/main" val="682917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304</Words>
  <Application>Microsoft Office PowerPoint</Application>
  <PresentationFormat>Personalizado</PresentationFormat>
  <Paragraphs>135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ING HARDWARE</dc:creator>
  <cp:lastModifiedBy>RentAdvisor</cp:lastModifiedBy>
  <cp:revision>274</cp:revision>
  <dcterms:created xsi:type="dcterms:W3CDTF">2020-06-24T16:18:02Z</dcterms:created>
  <dcterms:modified xsi:type="dcterms:W3CDTF">2021-02-18T20:48:52Z</dcterms:modified>
</cp:coreProperties>
</file>