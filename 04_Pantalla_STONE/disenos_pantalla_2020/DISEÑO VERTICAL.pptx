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72" r:id="rId4"/>
    <p:sldId id="260" r:id="rId5"/>
    <p:sldId id="271" r:id="rId6"/>
    <p:sldId id="261" r:id="rId7"/>
    <p:sldId id="270" r:id="rId8"/>
    <p:sldId id="273" r:id="rId9"/>
    <p:sldId id="274" r:id="rId10"/>
    <p:sldId id="275" r:id="rId11"/>
    <p:sldId id="276" r:id="rId12"/>
    <p:sldId id="277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8"/>
    <a:srgbClr val="E41408"/>
    <a:srgbClr val="00FF00"/>
    <a:srgbClr val="457FFF"/>
    <a:srgbClr val="8D73F9"/>
    <a:srgbClr val="000000"/>
    <a:srgbClr val="EF2C30"/>
    <a:srgbClr val="F8F9FE"/>
    <a:srgbClr val="FF5C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036A-3E4F-45F1-8423-3CCFE50B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3C8DFE-1D80-408C-8C25-5B8659CC0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3ACF41-3E34-4F87-8506-B03706D7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F02C6E-9DE0-4457-AF1F-052AFE3C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F7B7E7-A480-4530-88AB-A01237F2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0390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6CB04-CF05-4BEE-A94B-9919084C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BF5E0C-2915-4E71-924F-559558284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570AB0-019D-4680-B52F-33088A1E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113636-45C3-43AF-A74E-6401F42A2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647274-1B7F-4168-9F7A-91BFD2F7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8569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8A941-B32A-4B36-8072-5129F8F6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8A8A42-7DF4-45C8-A97A-49F5546E3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C29B56-58D7-41A0-8A29-0E64C99C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FD887F-8C75-4ABA-A681-4DBACFBC3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F97F6-5CE6-4B13-B2BF-63FAFF12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3863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5A852-ACF8-4859-A654-0E0077F6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EB703A-CC71-4100-BAF4-760833180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8C97B5-A1CA-40D8-A9A1-5696C5D68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6C426C-631A-4170-87D8-2285D094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F9B350-7E76-4123-BCA3-62D3A038F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63E212-E2FB-4FFC-A3A8-EC2BD61A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0292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42B73-A927-495E-ABA2-40B2833B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0BD743-C80E-455C-A695-6AE71691D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2DE9BF-6356-4930-AB82-ED9858A48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2A1CE7-A405-4E79-9249-A0B29FA26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18CFD5-C71D-4D19-B886-76FFBA510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64A83EF-5D99-4500-8A00-9AECC98E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44FD32-B0F9-4BCA-834F-173A13BC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34671E-CC0B-4D64-BC99-D72B1B4E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8995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248DF-B26F-45D6-983A-F48F3D24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69A8E97-A914-4E70-8704-16A93DF8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1A3F53-A04C-4E05-A250-96C1C4CD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609F2A-6BCA-4137-A627-81B3588B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110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675C44-DE82-45FF-BC23-5FF1F2D9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79F3E42-94E8-4434-8673-33C30B64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D2A08A-E675-4E73-B844-04887B4B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6539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CCDCC-C3E7-4871-9712-00E59872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E701D4-65F6-41A2-A255-B1EEF6624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9B3558-46E0-4B32-88E7-62C0587C7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C1F57C-5EA9-4666-B160-A6245CF7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694797-D310-401F-A329-B9536909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A5C569-FF84-44BC-8368-735E2D87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5396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8F619-0D82-42DD-A364-0E54BF948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BD1654D-5947-47DB-AEBB-6E70D7B9A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CF481A-6091-40DA-8640-D59D36B09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6D2493-7084-440C-AA46-252F6EBC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F48CF9-FA95-45E1-BE33-86ADF8ED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5A01BF-35C1-4F50-8E62-E97E5577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6097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BAA2D-0B87-4709-B1CA-03DE539D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4379C6-BC24-4961-85A3-E3C78FB68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8DB27A-6B6D-4654-9B44-FF432579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61A046-0CFC-44CC-B6E3-5727CF2C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14A8B8-D706-49C8-9A52-4F2ABF1D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84600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DC0F86-58F9-45D9-8138-BD3952463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91A9D2-B4BF-4C52-92BD-0E100C73D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E2C190-2DC1-43C8-8A7B-F013BBF9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01D38D-F05C-410B-B08F-2353306EC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376708-02BD-4AC0-87D2-DCA78459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0605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A5CD209-E9BE-4420-B716-EA985873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498414-0740-4314-BB13-9DE7C2EDB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3A6ED8-8DDF-400C-BC54-BDA8BCAA7C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E2E95-83DF-4D34-8210-6AA2F0C201EF}" type="datetimeFigureOut">
              <a:rPr lang="es-419" smtClean="0"/>
              <a:t>12/8/2020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B32530-3593-4DE1-8578-2519F5FB2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985A7E-B5B2-46BC-820D-3ACF1554C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D4541-FCA8-4C3C-A094-D714DE6DA04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6462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12.jp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4.sv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3272442" y="-5171928"/>
            <a:ext cx="12814396" cy="6226434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8387" y="1689554"/>
            <a:ext cx="8932940" cy="893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4814127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24A349C-AE30-4A18-8D24-2EE37D80B5A6}"/>
              </a:ext>
            </a:extLst>
          </p:cNvPr>
          <p:cNvSpPr txBox="1"/>
          <p:nvPr/>
        </p:nvSpPr>
        <p:spPr>
          <a:xfrm>
            <a:off x="2653087" y="966279"/>
            <a:ext cx="68788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400" b="1" dirty="0">
                <a:latin typeface="Sitka Subheading" panose="02000505000000020004" pitchFamily="2" charset="0"/>
                <a:cs typeface="Dubai Medium" panose="020B0604020202020204" pitchFamily="34" charset="-78"/>
              </a:rPr>
              <a:t>RETROREFLECTOMETRO</a:t>
            </a:r>
          </a:p>
          <a:p>
            <a:pPr algn="ctr"/>
            <a:r>
              <a:rPr lang="es-MX" sz="4400" b="1" dirty="0">
                <a:latin typeface="Sitka Subheading" panose="02000505000000020004" pitchFamily="2" charset="0"/>
                <a:cs typeface="Dubai Medium" panose="020B0604020202020204" pitchFamily="34" charset="-78"/>
              </a:rPr>
              <a:t>VERTICAL</a:t>
            </a:r>
            <a:endParaRPr lang="es-419" sz="4400" b="1" dirty="0">
              <a:latin typeface="Sitka Subheading" panose="02000505000000020004" pitchFamily="2" charset="0"/>
              <a:cs typeface="Dubai Medium" panose="020B0604020202020204" pitchFamily="34" charset="-78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06B797-EF6C-45AC-9FB5-5A82FBADC672}"/>
              </a:ext>
            </a:extLst>
          </p:cNvPr>
          <p:cNvSpPr txBox="1"/>
          <p:nvPr/>
        </p:nvSpPr>
        <p:spPr>
          <a:xfrm>
            <a:off x="2996880" y="2765621"/>
            <a:ext cx="6191220" cy="1323439"/>
          </a:xfrm>
          <a:prstGeom prst="rect">
            <a:avLst/>
          </a:prstGeom>
          <a:solidFill>
            <a:schemeClr val="tx1">
              <a:alpha val="99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0" dirty="0">
                <a:solidFill>
                  <a:schemeClr val="bg1"/>
                </a:solidFill>
                <a:latin typeface="Sitka Subheading" panose="02000505000000020004" pitchFamily="2" charset="0"/>
              </a:rPr>
              <a:t>SAT-LUX/V3</a:t>
            </a:r>
            <a:endParaRPr lang="es-419" sz="8000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7D2252-45A3-41B4-BB11-FF314DC97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90" y="4328278"/>
            <a:ext cx="1895238" cy="189523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84046B5-BF90-4A71-802F-1ADFFB0FB561}"/>
              </a:ext>
            </a:extLst>
          </p:cNvPr>
          <p:cNvSpPr txBox="1"/>
          <p:nvPr/>
        </p:nvSpPr>
        <p:spPr>
          <a:xfrm>
            <a:off x="4879277" y="4696880"/>
            <a:ext cx="4289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latin typeface="Sitka Subheading" panose="02000505000000020004" pitchFamily="2" charset="0"/>
              </a:rPr>
              <a:t>IT VIAL S.A.S</a:t>
            </a:r>
          </a:p>
          <a:p>
            <a:r>
              <a:rPr lang="es-MX" sz="3600" b="1" dirty="0">
                <a:latin typeface="Sitka Subheading" panose="02000505000000020004" pitchFamily="2" charset="0"/>
              </a:rPr>
              <a:t>WWW.ITVIAL.COM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6214733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531893" y="4089060"/>
            <a:ext cx="551642" cy="536178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164680" y="4447178"/>
            <a:ext cx="297457" cy="288011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773052" y="3618640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554437" y="6457746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7925669" y="634931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190354" y="6605916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-94475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9921780" y="89573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67FD11B-B8D3-45F2-8B41-A9489DF82313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59466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3272442" y="-5171928"/>
            <a:ext cx="12814396" cy="6226434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8387" y="1689554"/>
            <a:ext cx="8932940" cy="893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4814127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87D2252-45A3-41B4-BB11-FF314DC97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9955" y="2481381"/>
            <a:ext cx="1895238" cy="189523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84046B5-BF90-4A71-802F-1ADFFB0FB561}"/>
              </a:ext>
            </a:extLst>
          </p:cNvPr>
          <p:cNvSpPr txBox="1"/>
          <p:nvPr/>
        </p:nvSpPr>
        <p:spPr>
          <a:xfrm>
            <a:off x="5160791" y="3034455"/>
            <a:ext cx="4289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latin typeface="Sitka Subheading" panose="02000505000000020004" pitchFamily="2" charset="0"/>
              </a:rPr>
              <a:t>IT VIAL S.A.S</a:t>
            </a:r>
          </a:p>
          <a:p>
            <a:r>
              <a:rPr lang="es-MX" sz="3600" b="1" dirty="0">
                <a:latin typeface="Sitka Subheading" panose="02000505000000020004" pitchFamily="2" charset="0"/>
              </a:rPr>
              <a:t>WWW.ITVIAL.COM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6214733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531893" y="4089060"/>
            <a:ext cx="551642" cy="536178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164680" y="4447178"/>
            <a:ext cx="297457" cy="288011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773052" y="3618640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554437" y="6457746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7925669" y="634931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190354" y="6605916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-94475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9921780" y="89573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1233D3-AD51-4C1C-9D2B-57CE3689E8F2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4051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AAEDAAD-C425-43D8-BAD0-7326A33F86EE}"/>
              </a:ext>
            </a:extLst>
          </p:cNvPr>
          <p:cNvSpPr/>
          <p:nvPr/>
        </p:nvSpPr>
        <p:spPr>
          <a:xfrm rot="16200000">
            <a:off x="1832542" y="3635949"/>
            <a:ext cx="3511489" cy="124980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4814127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6214733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531893" y="4089060"/>
            <a:ext cx="551642" cy="536178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164680" y="4447178"/>
            <a:ext cx="297457" cy="288011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773052" y="3618640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554437" y="6457746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7925669" y="634931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190354" y="6605916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1233D3-AD51-4C1C-9D2B-57CE3689E8F2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3B4AEA6-71E1-4C01-A3F4-9BFFB37E2454}"/>
              </a:ext>
            </a:extLst>
          </p:cNvPr>
          <p:cNvSpPr/>
          <p:nvPr/>
        </p:nvSpPr>
        <p:spPr>
          <a:xfrm>
            <a:off x="5238750" y="2647950"/>
            <a:ext cx="1584804" cy="781050"/>
          </a:xfrm>
          <a:prstGeom prst="rect">
            <a:avLst/>
          </a:prstGeom>
          <a:noFill/>
          <a:ln w="1174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F675DE5-73C4-413D-A496-28070606D533}"/>
              </a:ext>
            </a:extLst>
          </p:cNvPr>
          <p:cNvSpPr/>
          <p:nvPr/>
        </p:nvSpPr>
        <p:spPr>
          <a:xfrm>
            <a:off x="6829226" y="2857064"/>
            <a:ext cx="261027" cy="326813"/>
          </a:xfrm>
          <a:prstGeom prst="rect">
            <a:avLst/>
          </a:prstGeom>
          <a:noFill/>
          <a:ln w="1174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1C5C911-1B8E-48CC-829B-45B2698B0401}"/>
              </a:ext>
            </a:extLst>
          </p:cNvPr>
          <p:cNvSpPr/>
          <p:nvPr/>
        </p:nvSpPr>
        <p:spPr>
          <a:xfrm>
            <a:off x="6400792" y="2765772"/>
            <a:ext cx="277505" cy="5251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42E78E07-F0D1-4466-A2F5-269D3AD81352}"/>
              </a:ext>
            </a:extLst>
          </p:cNvPr>
          <p:cNvSpPr/>
          <p:nvPr/>
        </p:nvSpPr>
        <p:spPr>
          <a:xfrm>
            <a:off x="6047473" y="2765772"/>
            <a:ext cx="277505" cy="5251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CABDCA6-0774-4913-BC7A-1F6B556355AC}"/>
              </a:ext>
            </a:extLst>
          </p:cNvPr>
          <p:cNvSpPr/>
          <p:nvPr/>
        </p:nvSpPr>
        <p:spPr>
          <a:xfrm>
            <a:off x="5702041" y="2769567"/>
            <a:ext cx="277505" cy="5251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00B7414-C348-4C7F-8217-5FD9148B7D69}"/>
              </a:ext>
            </a:extLst>
          </p:cNvPr>
          <p:cNvSpPr/>
          <p:nvPr/>
        </p:nvSpPr>
        <p:spPr>
          <a:xfrm>
            <a:off x="5362735" y="2765772"/>
            <a:ext cx="277505" cy="5251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A1E4B0-7084-4E8F-98E2-EC5D42A63E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28341" y="3085031"/>
            <a:ext cx="1969179" cy="90228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F11153A-CC96-44CF-9C94-6D1968EB1B4A}"/>
              </a:ext>
            </a:extLst>
          </p:cNvPr>
          <p:cNvSpPr txBox="1"/>
          <p:nvPr/>
        </p:nvSpPr>
        <p:spPr>
          <a:xfrm>
            <a:off x="3192164" y="5197619"/>
            <a:ext cx="769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0AAE1AB-4091-474D-A3E0-70669934DC3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41"/>
          <a:stretch/>
        </p:blipFill>
        <p:spPr>
          <a:xfrm>
            <a:off x="7649251" y="1228326"/>
            <a:ext cx="1329043" cy="358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5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66DD847-AFAF-4028-BAE2-9191362DA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8"/>
          <a:stretch/>
        </p:blipFill>
        <p:spPr>
          <a:xfrm>
            <a:off x="4441371" y="1948815"/>
            <a:ext cx="3353076" cy="2799450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3272442" y="-5171928"/>
            <a:ext cx="12814396" cy="6226434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4814127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6214733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531893" y="4089060"/>
            <a:ext cx="551642" cy="536178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164680" y="4447178"/>
            <a:ext cx="297457" cy="288011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773052" y="3618640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554437" y="6457746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7925669" y="634931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190354" y="6605916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-94475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9921780" y="89573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FE09025-57D8-4EBE-99FB-B9F29B4D0400}"/>
              </a:ext>
            </a:extLst>
          </p:cNvPr>
          <p:cNvSpPr txBox="1"/>
          <p:nvPr/>
        </p:nvSpPr>
        <p:spPr>
          <a:xfrm>
            <a:off x="3719325" y="1208973"/>
            <a:ext cx="4753349" cy="646331"/>
          </a:xfrm>
          <a:prstGeom prst="rect">
            <a:avLst/>
          </a:prstGeom>
          <a:solidFill>
            <a:schemeClr val="tx1">
              <a:alpha val="99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bg1"/>
                </a:solidFill>
                <a:latin typeface="Sitka Subheading" panose="02000505000000020004" pitchFamily="2" charset="0"/>
              </a:rPr>
              <a:t>PROPIEDAD DE:</a:t>
            </a:r>
            <a:endParaRPr lang="es-419" sz="3600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8387" y="1689554"/>
            <a:ext cx="8932940" cy="893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11A78DF-A0B1-46D7-A382-79B186574662}"/>
              </a:ext>
            </a:extLst>
          </p:cNvPr>
          <p:cNvSpPr txBox="1"/>
          <p:nvPr/>
        </p:nvSpPr>
        <p:spPr>
          <a:xfrm>
            <a:off x="4246702" y="4642344"/>
            <a:ext cx="39340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>
                <a:latin typeface="Sitka Subheading" panose="02000505000000020004" pitchFamily="2" charset="0"/>
              </a:rPr>
              <a:t>SERIE: SLV-</a:t>
            </a:r>
            <a:r>
              <a:rPr lang="es-MX" sz="4400" b="1" dirty="0">
                <a:latin typeface="Sitka Subheading" panose="02000505000000020004" pitchFamily="2" charset="0"/>
              </a:rPr>
              <a:t>006</a:t>
            </a:r>
            <a:r>
              <a:rPr lang="es-MX" sz="3600" b="1" dirty="0">
                <a:latin typeface="Sitka Subheading" panose="02000505000000020004" pitchFamily="2" charset="0"/>
              </a:rPr>
              <a:t> 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53304A-AF6D-45D8-93FD-CC1A94F0BB0D}"/>
              </a:ext>
            </a:extLst>
          </p:cNvPr>
          <p:cNvSpPr txBox="1"/>
          <p:nvPr/>
        </p:nvSpPr>
        <p:spPr>
          <a:xfrm>
            <a:off x="4662754" y="5289566"/>
            <a:ext cx="2866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>
                <a:latin typeface="Sitka Subheading" panose="02000505000000020004" pitchFamily="2" charset="0"/>
              </a:rPr>
              <a:t>SAT-LUX/V3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671C32A-E5B1-42E6-9E49-2C5368589A30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9EAA873-A9EA-4BEF-AFED-B562B5D397E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5" t="3666" r="27315" b="3801"/>
          <a:stretch/>
        </p:blipFill>
        <p:spPr>
          <a:xfrm>
            <a:off x="-3055145" y="362186"/>
            <a:ext cx="2333625" cy="132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50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3272442" y="-5171928"/>
            <a:ext cx="12814396" cy="6226434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4814127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6214733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531893" y="4089060"/>
            <a:ext cx="551642" cy="536178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164680" y="4447178"/>
            <a:ext cx="297457" cy="288011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773052" y="3618640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554437" y="6457746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7925669" y="634931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190354" y="6605916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-94475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9921780" y="89573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FE09025-57D8-4EBE-99FB-B9F29B4D0400}"/>
              </a:ext>
            </a:extLst>
          </p:cNvPr>
          <p:cNvSpPr txBox="1"/>
          <p:nvPr/>
        </p:nvSpPr>
        <p:spPr>
          <a:xfrm>
            <a:off x="3719325" y="1208973"/>
            <a:ext cx="4753349" cy="646331"/>
          </a:xfrm>
          <a:prstGeom prst="rect">
            <a:avLst/>
          </a:prstGeom>
          <a:solidFill>
            <a:schemeClr val="tx1">
              <a:alpha val="99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bg1"/>
                </a:solidFill>
                <a:latin typeface="Sitka Subheading" panose="02000505000000020004" pitchFamily="2" charset="0"/>
              </a:rPr>
              <a:t>PROPIEDAD DE:</a:t>
            </a:r>
            <a:endParaRPr lang="es-419" sz="3600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8387" y="1689554"/>
            <a:ext cx="8932940" cy="893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11A78DF-A0B1-46D7-A382-79B186574662}"/>
              </a:ext>
            </a:extLst>
          </p:cNvPr>
          <p:cNvSpPr txBox="1"/>
          <p:nvPr/>
        </p:nvSpPr>
        <p:spPr>
          <a:xfrm>
            <a:off x="4252312" y="4642344"/>
            <a:ext cx="39228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>
                <a:latin typeface="Sitka Subheading" panose="02000505000000020004" pitchFamily="2" charset="0"/>
              </a:rPr>
              <a:t>SERIE: SLV-</a:t>
            </a:r>
            <a:r>
              <a:rPr lang="es-MX" sz="4400" b="1" dirty="0">
                <a:latin typeface="Sitka Subheading" panose="02000505000000020004" pitchFamily="2" charset="0"/>
              </a:rPr>
              <a:t>002</a:t>
            </a:r>
            <a:r>
              <a:rPr lang="es-MX" sz="3600" b="1" dirty="0">
                <a:latin typeface="Sitka Subheading" panose="02000505000000020004" pitchFamily="2" charset="0"/>
              </a:rPr>
              <a:t> 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53304A-AF6D-45D8-93FD-CC1A94F0BB0D}"/>
              </a:ext>
            </a:extLst>
          </p:cNvPr>
          <p:cNvSpPr txBox="1"/>
          <p:nvPr/>
        </p:nvSpPr>
        <p:spPr>
          <a:xfrm>
            <a:off x="4662754" y="5289566"/>
            <a:ext cx="2866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>
                <a:latin typeface="Sitka Subheading" panose="02000505000000020004" pitchFamily="2" charset="0"/>
              </a:rPr>
              <a:t>SAT-LUX/V3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671C32A-E5B1-42E6-9E49-2C5368589A30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499EBEB3-6621-497C-8D31-D7AD2CD8244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475"/>
          <a:stretch/>
        </p:blipFill>
        <p:spPr>
          <a:xfrm>
            <a:off x="3878280" y="3391382"/>
            <a:ext cx="4438650" cy="1422745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BC2A913D-307B-4EDB-9048-53D13763D87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315" t="351" r="69697" b="-351"/>
          <a:stretch/>
        </p:blipFill>
        <p:spPr>
          <a:xfrm>
            <a:off x="4924289" y="1990776"/>
            <a:ext cx="2176329" cy="142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3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3514582" y="-5060095"/>
            <a:ext cx="12814396" cy="6226434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4814127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6214733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531893" y="4089060"/>
            <a:ext cx="551642" cy="536178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164680" y="4447178"/>
            <a:ext cx="297457" cy="288011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773052" y="3618640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554437" y="6457746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7925669" y="634931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190354" y="6605916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-94475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9921780" y="89573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8387" y="1689554"/>
            <a:ext cx="8932940" cy="893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590DF783-3CC7-4C4A-99FD-0DE55F118AA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8" t="20321" b="62673"/>
          <a:stretch/>
        </p:blipFill>
        <p:spPr>
          <a:xfrm>
            <a:off x="2775465" y="4017936"/>
            <a:ext cx="6835796" cy="1403234"/>
          </a:xfrm>
          <a:prstGeom prst="rect">
            <a:avLst/>
          </a:prstGeom>
          <a:ln>
            <a:noFill/>
          </a:ln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AF988D9A-6A9C-45E6-955F-04A55ED3005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8" t="20321" b="62673"/>
          <a:stretch/>
        </p:blipFill>
        <p:spPr>
          <a:xfrm>
            <a:off x="2776756" y="1871616"/>
            <a:ext cx="6835796" cy="1403234"/>
          </a:xfrm>
          <a:prstGeom prst="rect">
            <a:avLst/>
          </a:prstGeom>
        </p:spPr>
      </p:pic>
      <p:sp>
        <p:nvSpPr>
          <p:cNvPr id="40" name="CuadroTexto 39">
            <a:extLst>
              <a:ext uri="{FF2B5EF4-FFF2-40B4-BE49-F238E27FC236}">
                <a16:creationId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4290106" y="4272068"/>
            <a:ext cx="4035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PAPEL TIPO I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3819315" y="2125417"/>
            <a:ext cx="49792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OTROS PAPELES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" name="Picture 8" descr="Iconos de Engranajes - 3,882 iconos vectoriales gratis">
            <a:extLst>
              <a:ext uri="{FF2B5EF4-FFF2-40B4-BE49-F238E27FC236}">
                <a16:creationId xmlns:a16="http://schemas.microsoft.com/office/drawing/2014/main" id="{8F222012-946F-4306-BC05-FC6A861828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32" t="48140" r="-4520"/>
          <a:stretch/>
        </p:blipFill>
        <p:spPr bwMode="auto">
          <a:xfrm rot="2448492">
            <a:off x="2051876" y="418205"/>
            <a:ext cx="984686" cy="891404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Iconos de Engranajes - 3,882 iconos vectoriales gratis">
            <a:extLst>
              <a:ext uri="{FF2B5EF4-FFF2-40B4-BE49-F238E27FC236}">
                <a16:creationId xmlns:a16="http://schemas.microsoft.com/office/drawing/2014/main" id="{AE4B2BF4-9515-494E-B5D4-8357C5418A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7" t="66236" r="55956"/>
          <a:stretch/>
        </p:blipFill>
        <p:spPr bwMode="auto">
          <a:xfrm>
            <a:off x="-2884714" y="571499"/>
            <a:ext cx="541564" cy="58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D983E36A-A4D0-4BFA-ADA6-C23AD58A2585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346C06AA-7D59-4F65-A75B-F0F588BB6E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413A89FA-5FAF-4214-8C5A-51536A3CDA12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79308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3514582" y="-5060095"/>
            <a:ext cx="12814396" cy="6226434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4814127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6214733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531893" y="4089060"/>
            <a:ext cx="551642" cy="536178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164680" y="4447178"/>
            <a:ext cx="297457" cy="288011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773052" y="3618640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554437" y="6457746"/>
            <a:ext cx="297457" cy="296340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7925669" y="6349313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190354" y="6605916"/>
            <a:ext cx="147550" cy="148249"/>
          </a:xfrm>
          <a:prstGeom prst="ellipse">
            <a:avLst/>
          </a:prstGeom>
          <a:solidFill>
            <a:srgbClr val="E41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893" y="-94475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9921780" y="89573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8387" y="1689554"/>
            <a:ext cx="8932940" cy="893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AF988D9A-6A9C-45E6-955F-04A55ED3005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8" t="20321" b="62673"/>
          <a:stretch/>
        </p:blipFill>
        <p:spPr>
          <a:xfrm>
            <a:off x="1838362" y="312820"/>
            <a:ext cx="2157906" cy="897182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1951345" y="298132"/>
            <a:ext cx="1931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SALIR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DAF48B4-3490-4BE8-8C91-16206C505DFB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6A6144-5AAF-4773-8AB9-0958293A34FF}"/>
              </a:ext>
            </a:extLst>
          </p:cNvPr>
          <p:cNvSpPr txBox="1"/>
          <p:nvPr/>
        </p:nvSpPr>
        <p:spPr>
          <a:xfrm>
            <a:off x="4802945" y="2994638"/>
            <a:ext cx="19200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800" dirty="0"/>
              <a:t>BRILLO</a:t>
            </a:r>
          </a:p>
        </p:txBody>
      </p:sp>
      <p:sp>
        <p:nvSpPr>
          <p:cNvPr id="30" name="Flecha: hacia abajo 29">
            <a:extLst>
              <a:ext uri="{FF2B5EF4-FFF2-40B4-BE49-F238E27FC236}">
                <a16:creationId xmlns:a16="http://schemas.microsoft.com/office/drawing/2014/main" id="{8BCE924E-2557-4C3B-A56B-DE68725847C2}"/>
              </a:ext>
            </a:extLst>
          </p:cNvPr>
          <p:cNvSpPr/>
          <p:nvPr/>
        </p:nvSpPr>
        <p:spPr>
          <a:xfrm rot="10800000">
            <a:off x="5180848" y="1480987"/>
            <a:ext cx="1136373" cy="1453562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7000">
                <a:schemeClr val="accent1">
                  <a:lumMod val="45000"/>
                  <a:lumOff val="55000"/>
                </a:schemeClr>
              </a:gs>
              <a:gs pos="34000">
                <a:schemeClr val="accent1">
                  <a:lumMod val="45000"/>
                  <a:lumOff val="55000"/>
                </a:schemeClr>
              </a:gs>
              <a:gs pos="73000">
                <a:srgbClr val="457FFF"/>
              </a:gs>
            </a:gsLst>
            <a:lin ang="5400000" scaled="0"/>
          </a:gradFill>
          <a:ln w="88900" cap="rnd">
            <a:solidFill>
              <a:schemeClr val="tx1"/>
            </a:solidFill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AC5737B4-7362-4E8F-90DE-DD13FC10363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8" t="20321" b="62673"/>
          <a:stretch/>
        </p:blipFill>
        <p:spPr>
          <a:xfrm>
            <a:off x="6657389" y="2958640"/>
            <a:ext cx="3109536" cy="951989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630039E1-B743-4ECF-8C8A-0400EE503A10}"/>
              </a:ext>
            </a:extLst>
          </p:cNvPr>
          <p:cNvSpPr txBox="1"/>
          <p:nvPr/>
        </p:nvSpPr>
        <p:spPr>
          <a:xfrm>
            <a:off x="6832871" y="2981189"/>
            <a:ext cx="29049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ACEPTAR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32" name="Flecha: hacia abajo 31">
            <a:extLst>
              <a:ext uri="{FF2B5EF4-FFF2-40B4-BE49-F238E27FC236}">
                <a16:creationId xmlns:a16="http://schemas.microsoft.com/office/drawing/2014/main" id="{C9AFBEC7-423F-4E1F-92B0-BE5C6F7ED944}"/>
              </a:ext>
            </a:extLst>
          </p:cNvPr>
          <p:cNvSpPr/>
          <p:nvPr/>
        </p:nvSpPr>
        <p:spPr>
          <a:xfrm>
            <a:off x="5188564" y="4036067"/>
            <a:ext cx="1136373" cy="1453562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7000">
                <a:schemeClr val="accent1">
                  <a:lumMod val="45000"/>
                  <a:lumOff val="55000"/>
                </a:schemeClr>
              </a:gs>
              <a:gs pos="34000">
                <a:schemeClr val="accent1">
                  <a:lumMod val="45000"/>
                  <a:lumOff val="55000"/>
                </a:schemeClr>
              </a:gs>
              <a:gs pos="73000">
                <a:srgbClr val="457FFF"/>
              </a:gs>
            </a:gsLst>
            <a:lin ang="5400000" scaled="0"/>
          </a:gradFill>
          <a:ln w="88900" cap="rnd">
            <a:solidFill>
              <a:schemeClr val="tx1"/>
            </a:solidFill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50717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000">
              <a:schemeClr val="tx1">
                <a:lumMod val="50000"/>
                <a:lumOff val="50000"/>
              </a:schemeClr>
            </a:gs>
            <a:gs pos="9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4194366" y="62959"/>
            <a:ext cx="3945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PRUEBA ADC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464220" y="1270267"/>
            <a:ext cx="3095597" cy="105643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15349" y="1082401"/>
            <a:ext cx="3095597" cy="3174579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rgbClr val="00206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7017573" y="703935"/>
            <a:ext cx="2016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779528" y="2202709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ADC mV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290144" y="3953792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344182" y="575124"/>
            <a:ext cx="1784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687685" y="3077492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719559" y="3208025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268432" y="302177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268432" y="2155777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969274" y="2071737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Imagen 46">
            <a:extLst>
              <a:ext uri="{FF2B5EF4-FFF2-40B4-BE49-F238E27FC236}">
                <a16:creationId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D7D96A9-0BA8-4BF3-883E-DC6A1A3E2EF3}"/>
              </a:ext>
            </a:extLst>
          </p:cNvPr>
          <p:cNvSpPr txBox="1"/>
          <p:nvPr/>
        </p:nvSpPr>
        <p:spPr>
          <a:xfrm>
            <a:off x="2063565" y="4549567"/>
            <a:ext cx="843211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Este modo es exclusivamente para realizar </a:t>
            </a:r>
          </a:p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Pruebas y calibrar el instrumento. </a:t>
            </a:r>
          </a:p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El resultado obtenido será </a:t>
            </a:r>
          </a:p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ADC/mV + 200 + ajuste offset/mV</a:t>
            </a:r>
          </a:p>
        </p:txBody>
      </p:sp>
    </p:spTree>
    <p:extLst>
      <p:ext uri="{BB962C8B-B14F-4D97-AF65-F5344CB8AC3E}">
        <p14:creationId xmlns:p14="http://schemas.microsoft.com/office/powerpoint/2010/main" val="2875995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685F03F9-5358-4E6B-9A71-DA7E3037FF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43D3D247-22E9-4EE6-8080-0043076BDD97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AD7FB6C-CE1A-4478-8836-C2FB7DD31169}"/>
              </a:ext>
            </a:extLst>
          </p:cNvPr>
          <p:cNvSpPr txBox="1"/>
          <p:nvPr/>
        </p:nvSpPr>
        <p:spPr>
          <a:xfrm>
            <a:off x="2186605" y="1033414"/>
            <a:ext cx="796083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accent6"/>
                </a:solidFill>
                <a:latin typeface="Sitka Subheading" panose="02000505000000020004" pitchFamily="2" charset="0"/>
              </a:rPr>
              <a:t>PANTALLA DE PRUEBA.</a:t>
            </a:r>
          </a:p>
          <a:p>
            <a:pPr algn="ctr"/>
            <a:r>
              <a:rPr lang="es-MX" sz="5400" b="1" dirty="0">
                <a:solidFill>
                  <a:schemeClr val="accent6"/>
                </a:solidFill>
                <a:latin typeface="Sitka Subheading" panose="02000505000000020004" pitchFamily="2" charset="0"/>
              </a:rPr>
              <a:t>BUSQUEDA DE PIXELES</a:t>
            </a:r>
          </a:p>
          <a:p>
            <a:pPr algn="ctr"/>
            <a:r>
              <a:rPr lang="es-MX" sz="5400" b="1" dirty="0">
                <a:solidFill>
                  <a:schemeClr val="accent6"/>
                </a:solidFill>
                <a:latin typeface="Sitka Subheading" panose="02000505000000020004" pitchFamily="2" charset="0"/>
              </a:rPr>
              <a:t> DAÑADOS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9B3D121-C610-4624-9C04-97D15D2283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328271" y="4204926"/>
            <a:ext cx="2957476" cy="111332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C73C9F45-E185-47E7-B6EF-E702EDDA914B}"/>
              </a:ext>
            </a:extLst>
          </p:cNvPr>
          <p:cNvSpPr txBox="1"/>
          <p:nvPr/>
        </p:nvSpPr>
        <p:spPr>
          <a:xfrm>
            <a:off x="6360144" y="4335459"/>
            <a:ext cx="2957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EMPEZAR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530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F900E81-7D62-4AA1-BAA9-81E61A09BDEB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50603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F900E81-7D62-4AA1-BAA9-81E61A09BDEB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24748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F900E81-7D62-4AA1-BAA9-81E61A09BDEB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6269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03974" y="3806627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9" name="Imagen 68">
            <a:extLst>
              <a:ext uri="{FF2B5EF4-FFF2-40B4-BE49-F238E27FC236}">
                <a16:creationId xmlns:a16="http://schemas.microsoft.com/office/drawing/2014/main" id="{7ACBDBAE-7C1D-4324-9403-F8B1EA10E8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70" name="CuadroTexto 69">
            <a:extLst>
              <a:ext uri="{FF2B5EF4-FFF2-40B4-BE49-F238E27FC236}">
                <a16:creationId xmlns:a16="http://schemas.microsoft.com/office/drawing/2014/main" id="{D99445CB-7A15-4115-A5E2-6DEA9C77558E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579969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63641" y="3967300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2535022" y="437598"/>
            <a:ext cx="6811238" cy="1693285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3819641" y="873017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967FFEE6-EBF1-4E08-90A5-1B2D53FF69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:a16="http://schemas.microsoft.com/office/drawing/2014/main" id="{670E0AA8-8706-48AA-BA6C-CAEC0BCEF8B9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53176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98478" y="3676015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2644431" y="577261"/>
            <a:ext cx="6744147" cy="1349673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3649534" y="856454"/>
            <a:ext cx="49897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68D1BC02-2F51-4010-8AB1-4CA272BA4D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:a16="http://schemas.microsoft.com/office/drawing/2014/main" id="{B963CCEC-6076-47BC-903F-FBBB2FA0EF35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444139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39122" y="3954797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2666875" y="469291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3390692" y="875615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B095F23A-636D-4F19-B1FF-6E760032136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:a16="http://schemas.microsoft.com/office/drawing/2014/main" id="{EA4DE97D-8E9B-424D-947A-1ABA981ABF7B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451717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03974" y="3954797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2667001" y="393698"/>
            <a:ext cx="6819900" cy="176801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4067239" y="8602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3C442CB-E86E-4B8F-A89A-CF8B9E7038EA}"/>
              </a:ext>
            </a:extLst>
          </p:cNvPr>
          <p:cNvSpPr/>
          <p:nvPr/>
        </p:nvSpPr>
        <p:spPr>
          <a:xfrm>
            <a:off x="-12031049" y="-4777326"/>
            <a:ext cx="6455675" cy="1149999"/>
          </a:xfrm>
          <a:prstGeom prst="roundRect">
            <a:avLst/>
          </a:prstGeom>
          <a:gradFill flip="none" rotWithShape="1">
            <a:gsLst>
              <a:gs pos="28000">
                <a:srgbClr val="8D73F9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0"/>
            <a:tileRect/>
          </a:gradFill>
          <a:ln w="174625">
            <a:solidFill>
              <a:srgbClr val="457FFF"/>
            </a:solidFill>
            <a:beve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1073A445-8FFF-43CD-801E-58C80ADD62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:a16="http://schemas.microsoft.com/office/drawing/2014/main" id="{D6DCE3ED-5218-4914-8CA7-6B04ACD1D3C6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46561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6319" y="3676015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2707250" y="397541"/>
            <a:ext cx="6839538" cy="1617545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3720050" y="830749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9" name="Imagen 58">
            <a:extLst>
              <a:ext uri="{FF2B5EF4-FFF2-40B4-BE49-F238E27FC236}">
                <a16:creationId xmlns:a16="http://schemas.microsoft.com/office/drawing/2014/main" id="{A42489EB-0624-411D-BEFC-6BFF3E5080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0" name="CuadroTexto 59">
            <a:extLst>
              <a:ext uri="{FF2B5EF4-FFF2-40B4-BE49-F238E27FC236}">
                <a16:creationId xmlns:a16="http://schemas.microsoft.com/office/drawing/2014/main" id="{95C44694-4EA5-4744-BAEB-5F060A75E6E7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682917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365</Words>
  <Application>Microsoft Office PowerPoint</Application>
  <PresentationFormat>Panorámica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Dubai Medium</vt:lpstr>
      <vt:lpstr>Sitka Subheading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ING HARDWARE</dc:creator>
  <cp:lastModifiedBy>USUARIO</cp:lastModifiedBy>
  <cp:revision>84</cp:revision>
  <dcterms:created xsi:type="dcterms:W3CDTF">2020-06-24T16:18:02Z</dcterms:created>
  <dcterms:modified xsi:type="dcterms:W3CDTF">2020-08-12T18:42:53Z</dcterms:modified>
</cp:coreProperties>
</file>